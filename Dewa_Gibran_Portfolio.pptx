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3716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13716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00634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5006340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500634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5006340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SYS_INIT // PORTFOLIO_v2.0.4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005840"/>
            <a:ext cx="8046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 AHMAD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GIBRAN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ARCHITECT &amp; WEB DEVELOPER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Digital Ecosystems // Full-Stack Engineer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2296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49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508760" y="3749040"/>
            <a:ext cx="1280160" cy="274320"/>
          </a:xfrm>
          <a:prstGeom prst="rect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0876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READY_TO_HIRE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LOC: JAKARTA, IDN // SYS: ONLINE // UPTIME: 99.9%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800" dirty="0"/>
          </a:p>
        </p:txBody>
      </p:sp>
    </p:spTree>
  </p:cSld>
  <p:clrMapOvr>
    <a:masterClrMapping/>
  </p:clrMapOvr>
  <p:transition spd="med" advClick="1" type="fade" dur="800"/>
  <p:timing>
    <p:tnLst>
      <p:para>
        <p:cTn id="1" dur="indefinite" fill="hold">
          <p:childTnLst>
            <p:para>
              <p:cTn id="2" dur="500" fill="hold">
                <p:stCondLst>
                  <p:cond delay="0"/>
                </p:stCondLst>
                <p:childTnLst>
                  <p:animEffect transition="fade" dir="in">
                    <p:cBhvr>
                      <p:cTn id="1002" dur="500" fill="hold"/>
                      <p:tgtEl>
                        <p:spTgt spid="2"/>
                      </p:tgtEl>
                    </p:cBhvr>
                  </p:animEffect>
                </p:childTnLst>
              </p:cTn>
            </p:para>
            <p:para>
              <p:cTn id="3" dur="500" fill="hold">
                <p:stCondLst>
                  <p:cond delay="100"/>
                </p:stCondLst>
                <p:childTnLst>
                  <p:animEffect transition="fly" dir="in" prChc="l">
                    <p:cBhvr>
                      <p:cTn id="1003" dur="500" fill="hold"/>
                      <p:tgtEl>
                        <p:spTgt spid="3"/>
                      </p:tgtEl>
                    </p:cBhvr>
                  </p:animEffect>
                </p:childTnLst>
              </p:cTn>
            </p:para>
            <p:para>
              <p:cTn id="4" dur="500" fill="hold">
                <p:stCondLst>
                  <p:cond delay="200"/>
                </p:stCondLst>
                <p:childTnLst>
                  <p:animEffect transition="fly" dir="in" prChc="r">
                    <p:cBhvr>
                      <p:cTn id="1004" dur="500" fill="hold"/>
                      <p:tgtEl>
                        <p:spTgt spid="4"/>
                      </p:tgtEl>
                    </p:cBhvr>
                  </p:animEffect>
                </p:childTnLst>
              </p:cTn>
            </p:para>
            <p:para>
              <p:cTn id="5" dur="600" fill="hold">
                <p:stCondLst>
                  <p:cond delay="300"/>
                </p:stCondLst>
                <p:childTnLst>
                  <p:animEffect transition="fade" dir="in">
                    <p:cBhvr>
                      <p:cTn id="1005" dur="600" fill="hold"/>
                      <p:tgtEl>
                        <p:spTgt spid="5"/>
                      </p:tgtEl>
                    </p:cBhvr>
                  </p:animEffect>
                </p:childTnLst>
              </p:cTn>
            </p:para>
            <p:para>
              <p:cTn id="6" dur="500" fill="hold">
                <p:stCondLst>
                  <p:cond delay="400"/>
                </p:stCondLst>
                <p:childTnLst>
                  <p:animEffect transition="fly" dir="in" prChc="t">
                    <p:cBhvr>
                      <p:cTn id="1006" dur="500" fill="hold"/>
                      <p:tgtEl>
                        <p:spTgt spid="6"/>
                      </p:tgtEl>
                    </p:cBhvr>
                  </p:animEffect>
                </p:childTnLst>
              </p:cTn>
            </p:para>
            <p:para>
              <p:cTn id="7" dur="500" fill="hold">
                <p:stCondLst>
                  <p:cond delay="500"/>
                </p:stCondLst>
                <p:childTnLst>
                  <p:animEffect transition="fly" dir="in" prChc="b">
                    <p:cBhvr>
                      <p:cTn id="1007" dur="500" fill="hold"/>
                      <p:tgtEl>
                        <p:spTgt spid="7"/>
                      </p:tgtEl>
                    </p:cBhvr>
                  </p:animEffect>
                </p:childTnLst>
              </p:cTn>
            </p:para>
            <p:para>
              <p:cTn id="8" dur="500" fill="hold">
                <p:stCondLst>
                  <p:cond delay="600"/>
                </p:stCondLst>
                <p:childTnLst>
                  <p:animEffect transition="zoom" dir="in">
                    <p:cBhvr>
                      <p:cTn id="1008" dur="500" fill="hold"/>
                      <p:tgtEl>
                        <p:spTgt spid="8"/>
                      </p:tgtEl>
                    </p:cBhvr>
                  </p:animEffect>
                </p:childTnLst>
              </p:cTn>
            </p:para>
            <p:para>
              <p:cTn id="9" dur="500" fill="hold">
                <p:stCondLst>
                  <p:cond delay="700"/>
                </p:stCondLst>
                <p:childTnLst>
                  <p:animEffect transition="fade" dir="in">
                    <p:cBhvr>
                      <p:cTn id="1009" dur="500" fill="hold"/>
                      <p:tgtEl>
                        <p:spTgt spid="9"/>
                      </p:tgtEl>
                    </p:cBhvr>
                  </p:animEffect>
                </p:childTnLst>
              </p:cTn>
            </p:para>
            <p:para>
              <p:cTn id="10" dur="500" fill="hold">
                <p:stCondLst>
                  <p:cond delay="800"/>
                </p:stCondLst>
                <p:childTnLst>
                  <p:animEffect transition="fly" dir="in" prChc="l">
                    <p:cBhvr>
                      <p:cTn id="1010" dur="500" fill="hold"/>
                      <p:tgtEl>
                        <p:spTgt spid="10"/>
                      </p:tgtEl>
                    </p:cBhvr>
                  </p:animEffect>
                </p:childTnLst>
              </p:cTn>
            </p:para>
            <p:para>
              <p:cTn id="11" dur="500" fill="hold">
                <p:stCondLst>
                  <p:cond delay="900"/>
                </p:stCondLst>
                <p:childTnLst>
                  <p:animEffect transition="fly" dir="in" prChc="r">
                    <p:cBhvr>
                      <p:cTn id="1011" dur="500" fill="hold"/>
                      <p:tgtEl>
                        <p:spTgt spid="11"/>
                      </p:tgtEl>
                    </p:cBhvr>
                  </p:animEffect>
                </p:childTnLst>
              </p:cTn>
            </p:para>
            <p:para>
              <p:cTn id="12" dur="600" fill="hold">
                <p:stCondLst>
                  <p:cond delay="1000"/>
                </p:stCondLst>
                <p:childTnLst>
                  <p:animEffect transition="fade" dir="in">
                    <p:cBhvr>
                      <p:cTn id="1012" dur="600" fill="hold"/>
                      <p:tgtEl>
                        <p:spTgt spid="12"/>
                      </p:tgtEl>
                    </p:cBhvr>
                  </p:animEffect>
                </p:childTnLst>
              </p:cTn>
            </p:para>
            <p:para>
              <p:cTn id="13" dur="500" fill="hold">
                <p:stCondLst>
                  <p:cond delay="1100"/>
                </p:stCondLst>
                <p:childTnLst>
                  <p:animEffect transition="fly" dir="in" prChc="t">
                    <p:cBhvr>
                      <p:cTn id="1013" dur="500" fill="hold"/>
                      <p:tgtEl>
                        <p:spTgt spid="13"/>
                      </p:tgtEl>
                    </p:cBhvr>
                  </p:animEffect>
                </p:childTnLst>
              </p:cTn>
            </p:para>
            <p:para>
              <p:cTn id="14" dur="500" fill="hold">
                <p:stCondLst>
                  <p:cond delay="1200"/>
                </p:stCondLst>
                <p:childTnLst>
                  <p:animEffect transition="fly" dir="in" prChc="b">
                    <p:cBhvr>
                      <p:cTn id="1014" dur="500" fill="hold"/>
                      <p:tgtEl>
                        <p:spTgt spid="14"/>
                      </p:tgtEl>
                    </p:cBhvr>
                  </p:animEffect>
                </p:childTnLst>
              </p:cTn>
            </p:para>
            <p:para>
              <p:cTn id="15" dur="500" fill="hold">
                <p:stCondLst>
                  <p:cond delay="1300"/>
                </p:stCondLst>
                <p:childTnLst>
                  <p:animEffect transition="zoom" dir="in">
                    <p:cBhvr>
                      <p:cTn id="1015" dur="500" fill="hold"/>
                      <p:tgtEl>
                        <p:spTgt spid="15"/>
                      </p:tgtEl>
                    </p:cBhvr>
                  </p:animEffect>
                </p:childTnLst>
              </p:cTn>
            </p:para>
            <p:para>
              <p:cTn id="16" dur="500" fill="hold">
                <p:stCondLst>
                  <p:cond delay="1400"/>
                </p:stCondLst>
                <p:childTnLst>
                  <p:animEffect transition="fade" dir="in">
                    <p:cBhvr>
                      <p:cTn id="1016" dur="500" fill="hold"/>
                      <p:tgtEl>
                        <p:spTgt spid="16"/>
                      </p:tgtEl>
                    </p:cBhvr>
                  </p:animEffect>
                </p:childTnLst>
              </p:cTn>
            </p:para>
            <p:para>
              <p:cTn id="17" dur="500" fill="hold">
                <p:stCondLst>
                  <p:cond delay="1500"/>
                </p:stCondLst>
                <p:childTnLst>
                  <p:animEffect transition="fly" dir="in" prChc="l">
                    <p:cBhvr>
                      <p:cTn id="1017" dur="500" fill="hold"/>
                      <p:tgtEl>
                        <p:spTgt spid="17"/>
                      </p:tgtEl>
                    </p:cBhvr>
                  </p:animEffect>
                </p:childTnLst>
              </p:cTn>
            </p:para>
            <p:para>
              <p:cTn id="18" dur="500" fill="hold">
                <p:stCondLst>
                  <p:cond delay="1600"/>
                </p:stCondLst>
                <p:childTnLst>
                  <p:animEffect transition="fly" dir="in" prChc="r">
                    <p:cBhvr>
                      <p:cTn id="1018" dur="500" fill="hold"/>
                      <p:tgtEl>
                        <p:spTgt spid="18"/>
                      </p:tgtEl>
                    </p:cBhvr>
                  </p:animEffect>
                </p:childTnLst>
              </p:cTn>
            </p:para>
            <p:para>
              <p:cTn id="19" dur="600" fill="hold">
                <p:stCondLst>
                  <p:cond delay="1700"/>
                </p:stCondLst>
                <p:childTnLst>
                  <p:animEffect transition="fade" dir="in">
                    <p:cBhvr>
                      <p:cTn id="1019" dur="600" fill="hold"/>
                      <p:tgtEl>
                        <p:spTgt spid="19"/>
                      </p:tgtEl>
                    </p:cBhvr>
                  </p:animEffect>
                </p:childTnLst>
              </p:cTn>
            </p:para>
            <p:para>
              <p:cTn id="20" dur="500" fill="hold">
                <p:stCondLst>
                  <p:cond delay="1800"/>
                </p:stCondLst>
                <p:childTnLst>
                  <p:animEffect transition="fly" dir="in" prChc="t">
                    <p:cBhvr>
                      <p:cTn id="1020" dur="500" fill="hold"/>
                      <p:tgtEl>
                        <p:spTgt spid="20"/>
                      </p:tgtEl>
                    </p:cBhvr>
                  </p:animEffect>
                </p:childTnLst>
              </p:cTn>
            </p:para>
            <p:para>
              <p:cTn id="21" dur="500" fill="hold">
                <p:stCondLst>
                  <p:cond delay="1900"/>
                </p:stCondLst>
                <p:childTnLst>
                  <p:animEffect transition="fly" dir="in" prChc="b">
                    <p:cBhvr>
                      <p:cTn id="1021" dur="500" fill="hold"/>
                      <p:tgtEl>
                        <p:spTgt spid="21"/>
                      </p:tgtEl>
                    </p:cBhvr>
                  </p:animEffect>
                </p:childTnLst>
              </p:cTn>
            </p:para>
          </p:childTnLst>
        </p:cTn>
      </p:para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2743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0" cy="2743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37160"/>
            <a:ext cx="2743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137160"/>
            <a:ext cx="0" cy="2743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006340"/>
            <a:ext cx="2743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5006340"/>
            <a:ext cx="0" cy="-2743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5006340"/>
            <a:ext cx="2743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5006340"/>
            <a:ext cx="0" cy="-2743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 // PROFILE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SAYA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2011680" cy="2011680"/>
          </a:xfrm>
          <a:prstGeom prst="ellipse">
            <a:avLst/>
          </a:prstGeom>
          <a:solidFill>
            <a:srgbClr val="1E293B"/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5544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(Upload foto transparan Anda)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26080" y="15544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Halo, saya Dewa Ahmad Gibran 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20116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Seorang Digital Architect &amp; Web Developer yang berbasis di Jakarta, Indonesia. 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 membangun ekosistem digital — dari website responsif, sistem informasi, 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hingga arsitektur backend yang scalable dan efisien.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3017520"/>
            <a:ext cx="5669280" cy="731520"/>
          </a:xfrm>
          <a:prstGeom prst="rect">
            <a:avLst/>
          </a:prstGeom>
          <a:solidFill>
            <a:srgbClr val="0A0A23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3063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9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dewa-gibran --status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SESSION_ACTIVE // 24+ Projects // 15 Systems // 100% Accuracy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192024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ELITE PROJECTS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697480" y="4114800"/>
            <a:ext cx="192024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269748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69748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 SYSTEMS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846320" y="4114800"/>
            <a:ext cx="192024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4632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995160" y="4114800"/>
            <a:ext cx="192024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699516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YEARS EXP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  <p:transition spd="med" advClick="1" type="push" dur="600" dir="l"/>
  <p:timing>
    <p:tnLst>
      <p:para>
        <p:cTn id="1" dur="indefinite" fill="hold">
          <p:childTnLst>
            <p:para>
              <p:cTn id="2" dur="500" fill="hold">
                <p:stCondLst>
                  <p:cond delay="0"/>
                </p:stCondLst>
                <p:childTnLst>
                  <p:animEffect transition="fade" dir="in">
                    <p:cBhvr>
                      <p:cTn id="1002" dur="500" fill="hold"/>
                      <p:tgtEl>
                        <p:spTgt spid="2"/>
                      </p:tgtEl>
                    </p:cBhvr>
                  </p:animEffect>
                </p:childTnLst>
              </p:cTn>
            </p:para>
            <p:para>
              <p:cTn id="3" dur="500" fill="hold">
                <p:stCondLst>
                  <p:cond delay="100"/>
                </p:stCondLst>
                <p:childTnLst>
                  <p:animEffect transition="fly" dir="in" prChc="l">
                    <p:cBhvr>
                      <p:cTn id="1003" dur="500" fill="hold"/>
                      <p:tgtEl>
                        <p:spTgt spid="3"/>
                      </p:tgtEl>
                    </p:cBhvr>
                  </p:animEffect>
                </p:childTnLst>
              </p:cTn>
            </p:para>
            <p:para>
              <p:cTn id="4" dur="500" fill="hold">
                <p:stCondLst>
                  <p:cond delay="200"/>
                </p:stCondLst>
                <p:childTnLst>
                  <p:animEffect transition="fly" dir="in" prChc="r">
                    <p:cBhvr>
                      <p:cTn id="1004" dur="500" fill="hold"/>
                      <p:tgtEl>
                        <p:spTgt spid="4"/>
                      </p:tgtEl>
                    </p:cBhvr>
                  </p:animEffect>
                </p:childTnLst>
              </p:cTn>
            </p:para>
            <p:para>
              <p:cTn id="5" dur="600" fill="hold">
                <p:stCondLst>
                  <p:cond delay="300"/>
                </p:stCondLst>
                <p:childTnLst>
                  <p:animEffect transition="fade" dir="in">
                    <p:cBhvr>
                      <p:cTn id="1005" dur="600" fill="hold"/>
                      <p:tgtEl>
                        <p:spTgt spid="5"/>
                      </p:tgtEl>
                    </p:cBhvr>
                  </p:animEffect>
                </p:childTnLst>
              </p:cTn>
            </p:para>
            <p:para>
              <p:cTn id="6" dur="500" fill="hold">
                <p:stCondLst>
                  <p:cond delay="400"/>
                </p:stCondLst>
                <p:childTnLst>
                  <p:animEffect transition="fly" dir="in" prChc="t">
                    <p:cBhvr>
                      <p:cTn id="1006" dur="500" fill="hold"/>
                      <p:tgtEl>
                        <p:spTgt spid="6"/>
                      </p:tgtEl>
                    </p:cBhvr>
                  </p:animEffect>
                </p:childTnLst>
              </p:cTn>
            </p:para>
            <p:para>
              <p:cTn id="7" dur="500" fill="hold">
                <p:stCondLst>
                  <p:cond delay="500"/>
                </p:stCondLst>
                <p:childTnLst>
                  <p:animEffect transition="fly" dir="in" prChc="b">
                    <p:cBhvr>
                      <p:cTn id="1007" dur="500" fill="hold"/>
                      <p:tgtEl>
                        <p:spTgt spid="7"/>
                      </p:tgtEl>
                    </p:cBhvr>
                  </p:animEffect>
                </p:childTnLst>
              </p:cTn>
            </p:para>
            <p:para>
              <p:cTn id="8" dur="500" fill="hold">
                <p:stCondLst>
                  <p:cond delay="600"/>
                </p:stCondLst>
                <p:childTnLst>
                  <p:animEffect transition="zoom" dir="in">
                    <p:cBhvr>
                      <p:cTn id="1008" dur="500" fill="hold"/>
                      <p:tgtEl>
                        <p:spTgt spid="8"/>
                      </p:tgtEl>
                    </p:cBhvr>
                  </p:animEffect>
                </p:childTnLst>
              </p:cTn>
            </p:para>
            <p:para>
              <p:cTn id="9" dur="500" fill="hold">
                <p:stCondLst>
                  <p:cond delay="700"/>
                </p:stCondLst>
                <p:childTnLst>
                  <p:animEffect transition="fade" dir="in">
                    <p:cBhvr>
                      <p:cTn id="1009" dur="500" fill="hold"/>
                      <p:tgtEl>
                        <p:spTgt spid="9"/>
                      </p:tgtEl>
                    </p:cBhvr>
                  </p:animEffect>
                </p:childTnLst>
              </p:cTn>
            </p:para>
            <p:para>
              <p:cTn id="10" dur="500" fill="hold">
                <p:stCondLst>
                  <p:cond delay="800"/>
                </p:stCondLst>
                <p:childTnLst>
                  <p:animEffect transition="fly" dir="in" prChc="l">
                    <p:cBhvr>
                      <p:cTn id="1010" dur="500" fill="hold"/>
                      <p:tgtEl>
                        <p:spTgt spid="10"/>
                      </p:tgtEl>
                    </p:cBhvr>
                  </p:animEffect>
                </p:childTnLst>
              </p:cTn>
            </p:para>
            <p:para>
              <p:cTn id="11" dur="500" fill="hold">
                <p:stCondLst>
                  <p:cond delay="900"/>
                </p:stCondLst>
                <p:childTnLst>
                  <p:animEffect transition="fly" dir="in" prChc="r">
                    <p:cBhvr>
                      <p:cTn id="1011" dur="500" fill="hold"/>
                      <p:tgtEl>
                        <p:spTgt spid="11"/>
                      </p:tgtEl>
                    </p:cBhvr>
                  </p:animEffect>
                </p:childTnLst>
              </p:cTn>
            </p:para>
            <p:para>
              <p:cTn id="12" dur="600" fill="hold">
                <p:stCondLst>
                  <p:cond delay="1000"/>
                </p:stCondLst>
                <p:childTnLst>
                  <p:animEffect transition="fade" dir="in">
                    <p:cBhvr>
                      <p:cTn id="1012" dur="600" fill="hold"/>
                      <p:tgtEl>
                        <p:spTgt spid="12"/>
                      </p:tgtEl>
                    </p:cBhvr>
                  </p:animEffect>
                </p:childTnLst>
              </p:cTn>
            </p:para>
            <p:para>
              <p:cTn id="13" dur="500" fill="hold">
                <p:stCondLst>
                  <p:cond delay="1100"/>
                </p:stCondLst>
                <p:childTnLst>
                  <p:animEffect transition="fly" dir="in" prChc="t">
                    <p:cBhvr>
                      <p:cTn id="1013" dur="500" fill="hold"/>
                      <p:tgtEl>
                        <p:spTgt spid="13"/>
                      </p:tgtEl>
                    </p:cBhvr>
                  </p:animEffect>
                </p:childTnLst>
              </p:cTn>
            </p:para>
            <p:para>
              <p:cTn id="14" dur="500" fill="hold">
                <p:stCondLst>
                  <p:cond delay="1200"/>
                </p:stCondLst>
                <p:childTnLst>
                  <p:animEffect transition="fly" dir="in" prChc="b">
                    <p:cBhvr>
                      <p:cTn id="1014" dur="500" fill="hold"/>
                      <p:tgtEl>
                        <p:spTgt spid="14"/>
                      </p:tgtEl>
                    </p:cBhvr>
                  </p:animEffect>
                </p:childTnLst>
              </p:cTn>
            </p:para>
            <p:para>
              <p:cTn id="15" dur="500" fill="hold">
                <p:stCondLst>
                  <p:cond delay="1300"/>
                </p:stCondLst>
                <p:childTnLst>
                  <p:animEffect transition="zoom" dir="in">
                    <p:cBhvr>
                      <p:cTn id="1015" dur="500" fill="hold"/>
                      <p:tgtEl>
                        <p:spTgt spid="15"/>
                      </p:tgtEl>
                    </p:cBhvr>
                  </p:animEffect>
                </p:childTnLst>
              </p:cTn>
            </p:para>
            <p:para>
              <p:cTn id="16" dur="500" fill="hold">
                <p:stCondLst>
                  <p:cond delay="1400"/>
                </p:stCondLst>
                <p:childTnLst>
                  <p:animEffect transition="fade" dir="in">
                    <p:cBhvr>
                      <p:cTn id="1016" dur="500" fill="hold"/>
                      <p:tgtEl>
                        <p:spTgt spid="16"/>
                      </p:tgtEl>
                    </p:cBhvr>
                  </p:animEffect>
                </p:childTnLst>
              </p:cTn>
            </p:para>
            <p:para>
              <p:cTn id="17" dur="500" fill="hold">
                <p:stCondLst>
                  <p:cond delay="1500"/>
                </p:stCondLst>
                <p:childTnLst>
                  <p:animEffect transition="fly" dir="in" prChc="l">
                    <p:cBhvr>
                      <p:cTn id="1017" dur="500" fill="hold"/>
                      <p:tgtEl>
                        <p:spTgt spid="17"/>
                      </p:tgtEl>
                    </p:cBhvr>
                  </p:animEffect>
                </p:childTnLst>
              </p:cTn>
            </p:para>
            <p:para>
              <p:cTn id="18" dur="500" fill="hold">
                <p:stCondLst>
                  <p:cond delay="1600"/>
                </p:stCondLst>
                <p:childTnLst>
                  <p:animEffect transition="fly" dir="in" prChc="r">
                    <p:cBhvr>
                      <p:cTn id="1018" dur="500" fill="hold"/>
                      <p:tgtEl>
                        <p:spTgt spid="18"/>
                      </p:tgtEl>
                    </p:cBhvr>
                  </p:animEffect>
                </p:childTnLst>
              </p:cTn>
            </p:para>
            <p:para>
              <p:cTn id="19" dur="600" fill="hold">
                <p:stCondLst>
                  <p:cond delay="1700"/>
                </p:stCondLst>
                <p:childTnLst>
                  <p:animEffect transition="fade" dir="in">
                    <p:cBhvr>
                      <p:cTn id="1019" dur="600" fill="hold"/>
                      <p:tgtEl>
                        <p:spTgt spid="19"/>
                      </p:tgtEl>
                    </p:cBhvr>
                  </p:animEffect>
                </p:childTnLst>
              </p:cTn>
            </p:para>
            <p:para>
              <p:cTn id="20" dur="500" fill="hold">
                <p:stCondLst>
                  <p:cond delay="1800"/>
                </p:stCondLst>
                <p:childTnLst>
                  <p:animEffect transition="fly" dir="in" prChc="t">
                    <p:cBhvr>
                      <p:cTn id="1020" dur="500" fill="hold"/>
                      <p:tgtEl>
                        <p:spTgt spid="20"/>
                      </p:tgtEl>
                    </p:cBhvr>
                  </p:animEffect>
                </p:childTnLst>
              </p:cTn>
            </p:para>
            <p:para>
              <p:cTn id="21" dur="500" fill="hold">
                <p:stCondLst>
                  <p:cond delay="1900"/>
                </p:stCondLst>
                <p:childTnLst>
                  <p:animEffect transition="fly" dir="in" prChc="b">
                    <p:cBhvr>
                      <p:cTn id="1021" dur="500" fill="hold"/>
                      <p:tgtEl>
                        <p:spTgt spid="21"/>
                      </p:tgtEl>
                    </p:cBhvr>
                  </p:animEffect>
                </p:childTnLst>
              </p:cTn>
            </p:para>
            <p:para>
              <p:cTn id="22" dur="500" fill="hold">
                <p:stCondLst>
                  <p:cond delay="2000"/>
                </p:stCondLst>
                <p:childTnLst>
                  <p:animEffect transition="zoom" dir="in">
                    <p:cBhvr>
                      <p:cTn id="1022" dur="500" fill="hold"/>
                      <p:tgtEl>
                        <p:spTgt spid="22"/>
                      </p:tgtEl>
                    </p:cBhvr>
                  </p:animEffect>
                </p:childTnLst>
              </p:cTn>
            </p:para>
            <p:para>
              <p:cTn id="23" dur="500" fill="hold">
                <p:stCondLst>
                  <p:cond delay="2100"/>
                </p:stCondLst>
                <p:childTnLst>
                  <p:animEffect transition="fade" dir="in">
                    <p:cBhvr>
                      <p:cTn id="1023" dur="500" fill="hold"/>
                      <p:tgtEl>
                        <p:spTgt spid="23"/>
                      </p:tgtEl>
                    </p:cBhvr>
                  </p:animEffect>
                </p:childTnLst>
              </p:cTn>
            </p:para>
            <p:para>
              <p:cTn id="24" dur="500" fill="hold">
                <p:stCondLst>
                  <p:cond delay="2200"/>
                </p:stCondLst>
                <p:childTnLst>
                  <p:animEffect transition="fly" dir="in" prChc="l">
                    <p:cBhvr>
                      <p:cTn id="1024" dur="500" fill="hold"/>
                      <p:tgtEl>
                        <p:spTgt spid="24"/>
                      </p:tgtEl>
                    </p:cBhvr>
                  </p:animEffect>
                </p:childTnLst>
              </p:cTn>
            </p:para>
            <p:para>
              <p:cTn id="25" dur="500" fill="hold">
                <p:stCondLst>
                  <p:cond delay="2300"/>
                </p:stCondLst>
                <p:childTnLst>
                  <p:animEffect transition="fly" dir="in" prChc="r">
                    <p:cBhvr>
                      <p:cTn id="1025" dur="500" fill="hold"/>
                      <p:tgtEl>
                        <p:spTgt spid="25"/>
                      </p:tgtEl>
                    </p:cBhvr>
                  </p:animEffect>
                </p:childTnLst>
              </p:cTn>
            </p:para>
            <p:para>
              <p:cTn id="26" dur="600" fill="hold">
                <p:stCondLst>
                  <p:cond delay="2400"/>
                </p:stCondLst>
                <p:childTnLst>
                  <p:animEffect transition="fade" dir="in">
                    <p:cBhvr>
                      <p:cTn id="1026" dur="600" fill="hold"/>
                      <p:tgtEl>
                        <p:spTgt spid="26"/>
                      </p:tgtEl>
                    </p:cBhvr>
                  </p:animEffect>
                </p:childTnLst>
              </p:cTn>
            </p:para>
            <p:para>
              <p:cTn id="27" dur="500" fill="hold">
                <p:stCondLst>
                  <p:cond delay="2500"/>
                </p:stCondLst>
                <p:childTnLst>
                  <p:animEffect transition="fly" dir="in" prChc="t">
                    <p:cBhvr>
                      <p:cTn id="1027" dur="500" fill="hold"/>
                      <p:tgtEl>
                        <p:spTgt spid="27"/>
                      </p:tgtEl>
                    </p:cBhvr>
                  </p:animEffect>
                </p:childTnLst>
              </p:cTn>
            </p:para>
            <p:para>
              <p:cTn id="28" dur="500" fill="hold">
                <p:stCondLst>
                  <p:cond delay="2600"/>
                </p:stCondLst>
                <p:childTnLst>
                  <p:animEffect transition="fly" dir="in" prChc="b">
                    <p:cBhvr>
                      <p:cTn id="1028" dur="500" fill="hold"/>
                      <p:tgtEl>
                        <p:spTgt spid="28"/>
                      </p:tgtEl>
                    </p:cBhvr>
                  </p:animEffect>
                </p:childTnLst>
              </p:cTn>
            </p:para>
            <p:para>
              <p:cTn id="29" dur="500" fill="hold">
                <p:stCondLst>
                  <p:cond delay="2700"/>
                </p:stCondLst>
                <p:childTnLst>
                  <p:animEffect transition="zoom" dir="in">
                    <p:cBhvr>
                      <p:cTn id="1029" dur="500" fill="hold"/>
                      <p:tgtEl>
                        <p:spTgt spid="29"/>
                      </p:tgtEl>
                    </p:cBhvr>
                  </p:animEffect>
                </p:childTnLst>
              </p:cTn>
            </p:para>
            <p:para>
              <p:cTn id="30" dur="500" fill="hold">
                <p:stCondLst>
                  <p:cond delay="2800"/>
                </p:stCondLst>
                <p:childTnLst>
                  <p:animEffect transition="fade" dir="in">
                    <p:cBhvr>
                      <p:cTn id="1030" dur="500" fill="hold"/>
                      <p:tgtEl>
                        <p:spTgt spid="30"/>
                      </p:tgtEl>
                    </p:cBhvr>
                  </p:animEffect>
                </p:childTnLst>
              </p:cTn>
            </p:para>
            <p:para>
              <p:cTn id="31" dur="500" fill="hold">
                <p:stCondLst>
                  <p:cond delay="2900"/>
                </p:stCondLst>
                <p:childTnLst>
                  <p:animEffect transition="fly" dir="in" prChc="l">
                    <p:cBhvr>
                      <p:cTn id="1031" dur="500" fill="hold"/>
                      <p:tgtEl>
                        <p:spTgt spid="31"/>
                      </p:tgtEl>
                    </p:cBhvr>
                  </p:animEffect>
                </p:childTnLst>
              </p:cTn>
            </p:para>
            <p:para>
              <p:cTn id="32" dur="500" fill="hold">
                <p:stCondLst>
                  <p:cond delay="3000"/>
                </p:stCondLst>
                <p:childTnLst>
                  <p:animEffect transition="fly" dir="in" prChc="r">
                    <p:cBhvr>
                      <p:cTn id="1032" dur="500" fill="hold"/>
                      <p:tgtEl>
                        <p:spTgt spid="32"/>
                      </p:tgtEl>
                    </p:cBhvr>
                  </p:animEffect>
                </p:childTnLst>
              </p:cTn>
            </p:para>
          </p:childTnLst>
        </p:cTn>
      </p:para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2743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37160"/>
            <a:ext cx="2743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137160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006340"/>
            <a:ext cx="2743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5006340"/>
            <a:ext cx="0" cy="-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5006340"/>
            <a:ext cx="2743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5006340"/>
            <a:ext cx="0" cy="-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// TECH STACK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KEAHLIAN &amp; TEKNOLOGI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1600200"/>
            <a:ext cx="25603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600200"/>
            <a:ext cx="2560320" cy="32004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 //  CSS  //  JavaScript  //  React.js  //  Next.js  //  TypeScript  //  Three.js  //  Tailwind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1600200"/>
            <a:ext cx="25603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3337560" y="1600200"/>
            <a:ext cx="2560320" cy="320040"/>
          </a:xfrm>
          <a:prstGeom prst="rect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//  PHP  //  Laravel  //  Go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600200"/>
            <a:ext cx="25603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600200"/>
            <a:ext cx="2560320" cy="32004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6364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//  MySQL  //  MongoDB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182112"/>
            <a:ext cx="25603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182112"/>
            <a:ext cx="2560320" cy="32004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" y="35478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//  Dart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3182112"/>
            <a:ext cx="25603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3337560" y="3182112"/>
            <a:ext cx="2560320" cy="320040"/>
          </a:xfrm>
          <a:prstGeom prst="rect">
            <a:avLst/>
          </a:prstGeom>
          <a:solidFill>
            <a:srgbClr val="F43F5E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74720" y="35478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//  Git  //  GitHub  //  Vercel  //  Figma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3182112"/>
            <a:ext cx="2560320" cy="1417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6126480" y="3182112"/>
            <a:ext cx="2560320" cy="32004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CREATIVE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63640" y="354787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  //  Premiere Pro  //  Canva  //  MS Office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  <p:transition spd="med" advClick="1" type="wipe" dur="700" dir="l"/>
  <p:timing>
    <p:tnLst>
      <p:para>
        <p:cTn id="1" dur="indefinite" fill="hold">
          <p:childTnLst>
            <p:para>
              <p:cTn id="2" dur="500" fill="hold">
                <p:stCondLst>
                  <p:cond delay="0"/>
                </p:stCondLst>
                <p:childTnLst>
                  <p:animEffect transition="fade" dir="in">
                    <p:cBhvr>
                      <p:cTn id="1002" dur="500" fill="hold"/>
                      <p:tgtEl>
                        <p:spTgt spid="2"/>
                      </p:tgtEl>
                    </p:cBhvr>
                  </p:animEffect>
                </p:childTnLst>
              </p:cTn>
            </p:para>
            <p:para>
              <p:cTn id="3" dur="500" fill="hold">
                <p:stCondLst>
                  <p:cond delay="100"/>
                </p:stCondLst>
                <p:childTnLst>
                  <p:animEffect transition="fly" dir="in" prChc="l">
                    <p:cBhvr>
                      <p:cTn id="1003" dur="500" fill="hold"/>
                      <p:tgtEl>
                        <p:spTgt spid="3"/>
                      </p:tgtEl>
                    </p:cBhvr>
                  </p:animEffect>
                </p:childTnLst>
              </p:cTn>
            </p:para>
            <p:para>
              <p:cTn id="4" dur="500" fill="hold">
                <p:stCondLst>
                  <p:cond delay="200"/>
                </p:stCondLst>
                <p:childTnLst>
                  <p:animEffect transition="fly" dir="in" prChc="r">
                    <p:cBhvr>
                      <p:cTn id="1004" dur="500" fill="hold"/>
                      <p:tgtEl>
                        <p:spTgt spid="4"/>
                      </p:tgtEl>
                    </p:cBhvr>
                  </p:animEffect>
                </p:childTnLst>
              </p:cTn>
            </p:para>
            <p:para>
              <p:cTn id="5" dur="600" fill="hold">
                <p:stCondLst>
                  <p:cond delay="300"/>
                </p:stCondLst>
                <p:childTnLst>
                  <p:animEffect transition="fade" dir="in">
                    <p:cBhvr>
                      <p:cTn id="1005" dur="600" fill="hold"/>
                      <p:tgtEl>
                        <p:spTgt spid="5"/>
                      </p:tgtEl>
                    </p:cBhvr>
                  </p:animEffect>
                </p:childTnLst>
              </p:cTn>
            </p:para>
            <p:para>
              <p:cTn id="6" dur="500" fill="hold">
                <p:stCondLst>
                  <p:cond delay="400"/>
                </p:stCondLst>
                <p:childTnLst>
                  <p:animEffect transition="fly" dir="in" prChc="t">
                    <p:cBhvr>
                      <p:cTn id="1006" dur="500" fill="hold"/>
                      <p:tgtEl>
                        <p:spTgt spid="6"/>
                      </p:tgtEl>
                    </p:cBhvr>
                  </p:animEffect>
                </p:childTnLst>
              </p:cTn>
            </p:para>
            <p:para>
              <p:cTn id="7" dur="500" fill="hold">
                <p:stCondLst>
                  <p:cond delay="500"/>
                </p:stCondLst>
                <p:childTnLst>
                  <p:animEffect transition="fly" dir="in" prChc="b">
                    <p:cBhvr>
                      <p:cTn id="1007" dur="500" fill="hold"/>
                      <p:tgtEl>
                        <p:spTgt spid="7"/>
                      </p:tgtEl>
                    </p:cBhvr>
                  </p:animEffect>
                </p:childTnLst>
              </p:cTn>
            </p:para>
            <p:para>
              <p:cTn id="8" dur="500" fill="hold">
                <p:stCondLst>
                  <p:cond delay="600"/>
                </p:stCondLst>
                <p:childTnLst>
                  <p:animEffect transition="zoom" dir="in">
                    <p:cBhvr>
                      <p:cTn id="1008" dur="500" fill="hold"/>
                      <p:tgtEl>
                        <p:spTgt spid="8"/>
                      </p:tgtEl>
                    </p:cBhvr>
                  </p:animEffect>
                </p:childTnLst>
              </p:cTn>
            </p:para>
            <p:para>
              <p:cTn id="9" dur="500" fill="hold">
                <p:stCondLst>
                  <p:cond delay="700"/>
                </p:stCondLst>
                <p:childTnLst>
                  <p:animEffect transition="fade" dir="in">
                    <p:cBhvr>
                      <p:cTn id="1009" dur="500" fill="hold"/>
                      <p:tgtEl>
                        <p:spTgt spid="9"/>
                      </p:tgtEl>
                    </p:cBhvr>
                  </p:animEffect>
                </p:childTnLst>
              </p:cTn>
            </p:para>
            <p:para>
              <p:cTn id="10" dur="500" fill="hold">
                <p:stCondLst>
                  <p:cond delay="800"/>
                </p:stCondLst>
                <p:childTnLst>
                  <p:animEffect transition="fly" dir="in" prChc="l">
                    <p:cBhvr>
                      <p:cTn id="1010" dur="500" fill="hold"/>
                      <p:tgtEl>
                        <p:spTgt spid="10"/>
                      </p:tgtEl>
                    </p:cBhvr>
                  </p:animEffect>
                </p:childTnLst>
              </p:cTn>
            </p:para>
            <p:para>
              <p:cTn id="11" dur="500" fill="hold">
                <p:stCondLst>
                  <p:cond delay="900"/>
                </p:stCondLst>
                <p:childTnLst>
                  <p:animEffect transition="fly" dir="in" prChc="r">
                    <p:cBhvr>
                      <p:cTn id="1011" dur="500" fill="hold"/>
                      <p:tgtEl>
                        <p:spTgt spid="11"/>
                      </p:tgtEl>
                    </p:cBhvr>
                  </p:animEffect>
                </p:childTnLst>
              </p:cTn>
            </p:para>
            <p:para>
              <p:cTn id="12" dur="600" fill="hold">
                <p:stCondLst>
                  <p:cond delay="1000"/>
                </p:stCondLst>
                <p:childTnLst>
                  <p:animEffect transition="fade" dir="in">
                    <p:cBhvr>
                      <p:cTn id="1012" dur="600" fill="hold"/>
                      <p:tgtEl>
                        <p:spTgt spid="12"/>
                      </p:tgtEl>
                    </p:cBhvr>
                  </p:animEffect>
                </p:childTnLst>
              </p:cTn>
            </p:para>
            <p:para>
              <p:cTn id="13" dur="500" fill="hold">
                <p:stCondLst>
                  <p:cond delay="1100"/>
                </p:stCondLst>
                <p:childTnLst>
                  <p:animEffect transition="fly" dir="in" prChc="t">
                    <p:cBhvr>
                      <p:cTn id="1013" dur="500" fill="hold"/>
                      <p:tgtEl>
                        <p:spTgt spid="13"/>
                      </p:tgtEl>
                    </p:cBhvr>
                  </p:animEffect>
                </p:childTnLst>
              </p:cTn>
            </p:para>
            <p:para>
              <p:cTn id="14" dur="500" fill="hold">
                <p:stCondLst>
                  <p:cond delay="1200"/>
                </p:stCondLst>
                <p:childTnLst>
                  <p:animEffect transition="fly" dir="in" prChc="b">
                    <p:cBhvr>
                      <p:cTn id="1014" dur="500" fill="hold"/>
                      <p:tgtEl>
                        <p:spTgt spid="14"/>
                      </p:tgtEl>
                    </p:cBhvr>
                  </p:animEffect>
                </p:childTnLst>
              </p:cTn>
            </p:para>
            <p:para>
              <p:cTn id="15" dur="500" fill="hold">
                <p:stCondLst>
                  <p:cond delay="1300"/>
                </p:stCondLst>
                <p:childTnLst>
                  <p:animEffect transition="zoom" dir="in">
                    <p:cBhvr>
                      <p:cTn id="1015" dur="500" fill="hold"/>
                      <p:tgtEl>
                        <p:spTgt spid="15"/>
                      </p:tgtEl>
                    </p:cBhvr>
                  </p:animEffect>
                </p:childTnLst>
              </p:cTn>
            </p:para>
            <p:para>
              <p:cTn id="16" dur="500" fill="hold">
                <p:stCondLst>
                  <p:cond delay="1400"/>
                </p:stCondLst>
                <p:childTnLst>
                  <p:animEffect transition="fade" dir="in">
                    <p:cBhvr>
                      <p:cTn id="1016" dur="500" fill="hold"/>
                      <p:tgtEl>
                        <p:spTgt spid="16"/>
                      </p:tgtEl>
                    </p:cBhvr>
                  </p:animEffect>
                </p:childTnLst>
              </p:cTn>
            </p:para>
            <p:para>
              <p:cTn id="17" dur="500" fill="hold">
                <p:stCondLst>
                  <p:cond delay="1500"/>
                </p:stCondLst>
                <p:childTnLst>
                  <p:animEffect transition="fly" dir="in" prChc="l">
                    <p:cBhvr>
                      <p:cTn id="1017" dur="500" fill="hold"/>
                      <p:tgtEl>
                        <p:spTgt spid="17"/>
                      </p:tgtEl>
                    </p:cBhvr>
                  </p:animEffect>
                </p:childTnLst>
              </p:cTn>
            </p:para>
            <p:para>
              <p:cTn id="18" dur="500" fill="hold">
                <p:stCondLst>
                  <p:cond delay="1600"/>
                </p:stCondLst>
                <p:childTnLst>
                  <p:animEffect transition="fly" dir="in" prChc="r">
                    <p:cBhvr>
                      <p:cTn id="1018" dur="500" fill="hold"/>
                      <p:tgtEl>
                        <p:spTgt spid="18"/>
                      </p:tgtEl>
                    </p:cBhvr>
                  </p:animEffect>
                </p:childTnLst>
              </p:cTn>
            </p:para>
            <p:para>
              <p:cTn id="19" dur="600" fill="hold">
                <p:stCondLst>
                  <p:cond delay="1700"/>
                </p:stCondLst>
                <p:childTnLst>
                  <p:animEffect transition="fade" dir="in">
                    <p:cBhvr>
                      <p:cTn id="1019" dur="600" fill="hold"/>
                      <p:tgtEl>
                        <p:spTgt spid="19"/>
                      </p:tgtEl>
                    </p:cBhvr>
                  </p:animEffect>
                </p:childTnLst>
              </p:cTn>
            </p:para>
            <p:para>
              <p:cTn id="20" dur="500" fill="hold">
                <p:stCondLst>
                  <p:cond delay="1800"/>
                </p:stCondLst>
                <p:childTnLst>
                  <p:animEffect transition="fly" dir="in" prChc="t">
                    <p:cBhvr>
                      <p:cTn id="1020" dur="500" fill="hold"/>
                      <p:tgtEl>
                        <p:spTgt spid="20"/>
                      </p:tgtEl>
                    </p:cBhvr>
                  </p:animEffect>
                </p:childTnLst>
              </p:cTn>
            </p:para>
            <p:para>
              <p:cTn id="21" dur="500" fill="hold">
                <p:stCondLst>
                  <p:cond delay="1900"/>
                </p:stCondLst>
                <p:childTnLst>
                  <p:animEffect transition="fly" dir="in" prChc="b">
                    <p:cBhvr>
                      <p:cTn id="1021" dur="500" fill="hold"/>
                      <p:tgtEl>
                        <p:spTgt spid="21"/>
                      </p:tgtEl>
                    </p:cBhvr>
                  </p:animEffect>
                </p:childTnLst>
              </p:cTn>
            </p:para>
            <p:para>
              <p:cTn id="22" dur="500" fill="hold">
                <p:stCondLst>
                  <p:cond delay="2000"/>
                </p:stCondLst>
                <p:childTnLst>
                  <p:animEffect transition="zoom" dir="in">
                    <p:cBhvr>
                      <p:cTn id="1022" dur="500" fill="hold"/>
                      <p:tgtEl>
                        <p:spTgt spid="22"/>
                      </p:tgtEl>
                    </p:cBhvr>
                  </p:animEffect>
                </p:childTnLst>
              </p:cTn>
            </p:para>
            <p:para>
              <p:cTn id="23" dur="500" fill="hold">
                <p:stCondLst>
                  <p:cond delay="2100"/>
                </p:stCondLst>
                <p:childTnLst>
                  <p:animEffect transition="fade" dir="in">
                    <p:cBhvr>
                      <p:cTn id="1023" dur="500" fill="hold"/>
                      <p:tgtEl>
                        <p:spTgt spid="23"/>
                      </p:tgtEl>
                    </p:cBhvr>
                  </p:animEffect>
                </p:childTnLst>
              </p:cTn>
            </p:para>
            <p:para>
              <p:cTn id="24" dur="500" fill="hold">
                <p:stCondLst>
                  <p:cond delay="2200"/>
                </p:stCondLst>
                <p:childTnLst>
                  <p:animEffect transition="fly" dir="in" prChc="l">
                    <p:cBhvr>
                      <p:cTn id="1024" dur="500" fill="hold"/>
                      <p:tgtEl>
                        <p:spTgt spid="24"/>
                      </p:tgtEl>
                    </p:cBhvr>
                  </p:animEffect>
                </p:childTnLst>
              </p:cTn>
            </p:para>
            <p:para>
              <p:cTn id="25" dur="500" fill="hold">
                <p:stCondLst>
                  <p:cond delay="2300"/>
                </p:stCondLst>
                <p:childTnLst>
                  <p:animEffect transition="fly" dir="in" prChc="r">
                    <p:cBhvr>
                      <p:cTn id="1025" dur="500" fill="hold"/>
                      <p:tgtEl>
                        <p:spTgt spid="25"/>
                      </p:tgtEl>
                    </p:cBhvr>
                  </p:animEffect>
                </p:childTnLst>
              </p:cTn>
            </p:para>
            <p:para>
              <p:cTn id="26" dur="600" fill="hold">
                <p:stCondLst>
                  <p:cond delay="2400"/>
                </p:stCondLst>
                <p:childTnLst>
                  <p:animEffect transition="fade" dir="in">
                    <p:cBhvr>
                      <p:cTn id="1026" dur="600" fill="hold"/>
                      <p:tgtEl>
                        <p:spTgt spid="26"/>
                      </p:tgtEl>
                    </p:cBhvr>
                  </p:animEffect>
                </p:childTnLst>
              </p:cTn>
            </p:para>
            <p:para>
              <p:cTn id="27" dur="500" fill="hold">
                <p:stCondLst>
                  <p:cond delay="2500"/>
                </p:stCondLst>
                <p:childTnLst>
                  <p:animEffect transition="fly" dir="in" prChc="t">
                    <p:cBhvr>
                      <p:cTn id="1027" dur="500" fill="hold"/>
                      <p:tgtEl>
                        <p:spTgt spid="27"/>
                      </p:tgtEl>
                    </p:cBhvr>
                  </p:animEffect>
                </p:childTnLst>
              </p:cTn>
            </p:para>
            <p:para>
              <p:cTn id="28" dur="500" fill="hold">
                <p:stCondLst>
                  <p:cond delay="2600"/>
                </p:stCondLst>
                <p:childTnLst>
                  <p:animEffect transition="fly" dir="in" prChc="b">
                    <p:cBhvr>
                      <p:cTn id="1028" dur="500" fill="hold"/>
                      <p:tgtEl>
                        <p:spTgt spid="28"/>
                      </p:tgtEl>
                    </p:cBhvr>
                  </p:animEffect>
                </p:childTnLst>
              </p:cTn>
            </p:para>
            <p:para>
              <p:cTn id="29" dur="500" fill="hold">
                <p:stCondLst>
                  <p:cond delay="2700"/>
                </p:stCondLst>
                <p:childTnLst>
                  <p:animEffect transition="zoom" dir="in">
                    <p:cBhvr>
                      <p:cTn id="1029" dur="500" fill="hold"/>
                      <p:tgtEl>
                        <p:spTgt spid="29"/>
                      </p:tgtEl>
                    </p:cBhvr>
                  </p:animEffect>
                </p:childTnLst>
              </p:cTn>
            </p:para>
            <p:para>
              <p:cTn id="30" dur="500" fill="hold">
                <p:stCondLst>
                  <p:cond delay="2800"/>
                </p:stCondLst>
                <p:childTnLst>
                  <p:animEffect transition="fade" dir="in">
                    <p:cBhvr>
                      <p:cTn id="1030" dur="500" fill="hold"/>
                      <p:tgtEl>
                        <p:spTgt spid="30"/>
                      </p:tgtEl>
                    </p:cBhvr>
                  </p:animEffect>
                </p:childTnLst>
              </p:cTn>
            </p:para>
            <p:para>
              <p:cTn id="31" dur="500" fill="hold">
                <p:stCondLst>
                  <p:cond delay="2900"/>
                </p:stCondLst>
                <p:childTnLst>
                  <p:animEffect transition="fly" dir="in" prChc="l">
                    <p:cBhvr>
                      <p:cTn id="1031" dur="500" fill="hold"/>
                      <p:tgtEl>
                        <p:spTgt spid="31"/>
                      </p:tgtEl>
                    </p:cBhvr>
                  </p:animEffect>
                </p:childTnLst>
              </p:cTn>
            </p:para>
            <p:para>
              <p:cTn id="32" dur="500" fill="hold">
                <p:stCondLst>
                  <p:cond delay="3000"/>
                </p:stCondLst>
                <p:childTnLst>
                  <p:animEffect transition="fly" dir="in" prChc="r">
                    <p:cBhvr>
                      <p:cTn id="1032" dur="500" fill="hold"/>
                      <p:tgtEl>
                        <p:spTgt spid="32"/>
                      </p:tgtEl>
                    </p:cBhvr>
                  </p:animEffect>
                </p:childTnLst>
              </p:cTn>
            </p:para>
            <p:para>
              <p:cTn id="33" dur="600" fill="hold">
                <p:stCondLst>
                  <p:cond delay="3100"/>
                </p:stCondLst>
                <p:childTnLst>
                  <p:animEffect transition="fade" dir="in">
                    <p:cBhvr>
                      <p:cTn id="1033" dur="600" fill="hold"/>
                      <p:tgtEl>
                        <p:spTgt spid="33"/>
                      </p:tgtEl>
                    </p:cBhvr>
                  </p:animEffect>
                </p:childTnLst>
              </p:cTn>
            </p:para>
            <p:para>
              <p:cTn id="34" dur="500" fill="hold">
                <p:stCondLst>
                  <p:cond delay="3200"/>
                </p:stCondLst>
                <p:childTnLst>
                  <p:animEffect transition="fly" dir="in" prChc="t">
                    <p:cBhvr>
                      <p:cTn id="1034" dur="500" fill="hold"/>
                      <p:tgtEl>
                        <p:spTgt spid="34"/>
                      </p:tgtEl>
                    </p:cBhvr>
                  </p:animEffect>
                </p:childTnLst>
              </p:cTn>
            </p:para>
            <p:para>
              <p:cTn id="35" dur="500" fill="hold">
                <p:stCondLst>
                  <p:cond delay="3300"/>
                </p:stCondLst>
                <p:childTnLst>
                  <p:animEffect transition="fly" dir="in" prChc="b">
                    <p:cBhvr>
                      <p:cTn id="1035" dur="500" fill="hold"/>
                      <p:tgtEl>
                        <p:spTgt spid="35"/>
                      </p:tgtEl>
                    </p:cBhvr>
                  </p:animEffect>
                </p:childTnLst>
              </p:cTn>
            </p:para>
            <p:para>
              <p:cTn id="36" dur="500" fill="hold">
                <p:stCondLst>
                  <p:cond delay="3400"/>
                </p:stCondLst>
                <p:childTnLst>
                  <p:animEffect transition="zoom" dir="in">
                    <p:cBhvr>
                      <p:cTn id="1036" dur="500" fill="hold"/>
                      <p:tgtEl>
                        <p:spTgt spid="36"/>
                      </p:tgtEl>
                    </p:cBhvr>
                  </p:animEffect>
                </p:childTnLst>
              </p:cTn>
            </p:para>
            <p:para>
              <p:cTn id="37" dur="500" fill="hold">
                <p:stCondLst>
                  <p:cond delay="3500"/>
                </p:stCondLst>
                <p:childTnLst>
                  <p:animEffect transition="fade" dir="in">
                    <p:cBhvr>
                      <p:cTn id="1037" dur="500" fill="hold"/>
                      <p:tgtEl>
                        <p:spTgt spid="37"/>
                      </p:tgtEl>
                    </p:cBhvr>
                  </p:animEffect>
                </p:childTnLst>
              </p:cTn>
            </p:para>
          </p:childTnLst>
        </p:cTn>
      </p:para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3716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13716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00634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5006340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500634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5006340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PROJECTS // PORTFOLIO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PILIHAN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384048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55448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1691640"/>
            <a:ext cx="1097280" cy="201168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1691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RETAIL TECH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7724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Diva Mobile Ecosystem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ritel digital modern dengan Node.js, Tailwind &amp; Three.js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384048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155448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892040" y="1691640"/>
            <a:ext cx="1097280" cy="20116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6916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FINTECH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892040" y="1965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Finance Tracker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2331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pelacak keuangan perusahaan dengan PHP, Laravel &amp; MySQL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200400"/>
            <a:ext cx="384048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320040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3337560"/>
            <a:ext cx="1097280" cy="201168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3337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FINTECH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724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MiniBank Core System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inti perbankan mini — Laravel + MySQL + arsitektur monolith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384048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320040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4892040" y="3337560"/>
            <a:ext cx="1097280" cy="201168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3375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89204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TTSS Mobile App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9204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mobile manajemen logistik dengan Flutter &amp; Dart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  <p:transition spd="med" advClick="1" type="fade" dur="800"/>
  <p:timing>
    <p:tnLst>
      <p:para>
        <p:cTn id="1" dur="indefinite" fill="hold">
          <p:childTnLst>
            <p:para>
              <p:cTn id="2" dur="500" fill="hold">
                <p:stCondLst>
                  <p:cond delay="0"/>
                </p:stCondLst>
                <p:childTnLst>
                  <p:animEffect transition="fade" dir="in">
                    <p:cBhvr>
                      <p:cTn id="1002" dur="500" fill="hold"/>
                      <p:tgtEl>
                        <p:spTgt spid="2"/>
                      </p:tgtEl>
                    </p:cBhvr>
                  </p:animEffect>
                </p:childTnLst>
              </p:cTn>
            </p:para>
            <p:para>
              <p:cTn id="3" dur="500" fill="hold">
                <p:stCondLst>
                  <p:cond delay="100"/>
                </p:stCondLst>
                <p:childTnLst>
                  <p:animEffect transition="fly" dir="in" prChc="l">
                    <p:cBhvr>
                      <p:cTn id="1003" dur="500" fill="hold"/>
                      <p:tgtEl>
                        <p:spTgt spid="3"/>
                      </p:tgtEl>
                    </p:cBhvr>
                  </p:animEffect>
                </p:childTnLst>
              </p:cTn>
            </p:para>
            <p:para>
              <p:cTn id="4" dur="500" fill="hold">
                <p:stCondLst>
                  <p:cond delay="200"/>
                </p:stCondLst>
                <p:childTnLst>
                  <p:animEffect transition="fly" dir="in" prChc="r">
                    <p:cBhvr>
                      <p:cTn id="1004" dur="500" fill="hold"/>
                      <p:tgtEl>
                        <p:spTgt spid="4"/>
                      </p:tgtEl>
                    </p:cBhvr>
                  </p:animEffect>
                </p:childTnLst>
              </p:cTn>
            </p:para>
            <p:para>
              <p:cTn id="5" dur="600" fill="hold">
                <p:stCondLst>
                  <p:cond delay="300"/>
                </p:stCondLst>
                <p:childTnLst>
                  <p:animEffect transition="fade" dir="in">
                    <p:cBhvr>
                      <p:cTn id="1005" dur="600" fill="hold"/>
                      <p:tgtEl>
                        <p:spTgt spid="5"/>
                      </p:tgtEl>
                    </p:cBhvr>
                  </p:animEffect>
                </p:childTnLst>
              </p:cTn>
            </p:para>
            <p:para>
              <p:cTn id="6" dur="500" fill="hold">
                <p:stCondLst>
                  <p:cond delay="400"/>
                </p:stCondLst>
                <p:childTnLst>
                  <p:animEffect transition="fly" dir="in" prChc="t">
                    <p:cBhvr>
                      <p:cTn id="1006" dur="500" fill="hold"/>
                      <p:tgtEl>
                        <p:spTgt spid="6"/>
                      </p:tgtEl>
                    </p:cBhvr>
                  </p:animEffect>
                </p:childTnLst>
              </p:cTn>
            </p:para>
            <p:para>
              <p:cTn id="7" dur="500" fill="hold">
                <p:stCondLst>
                  <p:cond delay="500"/>
                </p:stCondLst>
                <p:childTnLst>
                  <p:animEffect transition="fly" dir="in" prChc="b">
                    <p:cBhvr>
                      <p:cTn id="1007" dur="500" fill="hold"/>
                      <p:tgtEl>
                        <p:spTgt spid="7"/>
                      </p:tgtEl>
                    </p:cBhvr>
                  </p:animEffect>
                </p:childTnLst>
              </p:cTn>
            </p:para>
            <p:para>
              <p:cTn id="8" dur="500" fill="hold">
                <p:stCondLst>
                  <p:cond delay="600"/>
                </p:stCondLst>
                <p:childTnLst>
                  <p:animEffect transition="zoom" dir="in">
                    <p:cBhvr>
                      <p:cTn id="1008" dur="500" fill="hold"/>
                      <p:tgtEl>
                        <p:spTgt spid="8"/>
                      </p:tgtEl>
                    </p:cBhvr>
                  </p:animEffect>
                </p:childTnLst>
              </p:cTn>
            </p:para>
            <p:para>
              <p:cTn id="9" dur="500" fill="hold">
                <p:stCondLst>
                  <p:cond delay="700"/>
                </p:stCondLst>
                <p:childTnLst>
                  <p:animEffect transition="fade" dir="in">
                    <p:cBhvr>
                      <p:cTn id="1009" dur="500" fill="hold"/>
                      <p:tgtEl>
                        <p:spTgt spid="9"/>
                      </p:tgtEl>
                    </p:cBhvr>
                  </p:animEffect>
                </p:childTnLst>
              </p:cTn>
            </p:para>
            <p:para>
              <p:cTn id="10" dur="500" fill="hold">
                <p:stCondLst>
                  <p:cond delay="800"/>
                </p:stCondLst>
                <p:childTnLst>
                  <p:animEffect transition="fly" dir="in" prChc="l">
                    <p:cBhvr>
                      <p:cTn id="1010" dur="500" fill="hold"/>
                      <p:tgtEl>
                        <p:spTgt spid="10"/>
                      </p:tgtEl>
                    </p:cBhvr>
                  </p:animEffect>
                </p:childTnLst>
              </p:cTn>
            </p:para>
            <p:para>
              <p:cTn id="11" dur="500" fill="hold">
                <p:stCondLst>
                  <p:cond delay="900"/>
                </p:stCondLst>
                <p:childTnLst>
                  <p:animEffect transition="fly" dir="in" prChc="r">
                    <p:cBhvr>
                      <p:cTn id="1011" dur="500" fill="hold"/>
                      <p:tgtEl>
                        <p:spTgt spid="11"/>
                      </p:tgtEl>
                    </p:cBhvr>
                  </p:animEffect>
                </p:childTnLst>
              </p:cTn>
            </p:para>
            <p:para>
              <p:cTn id="12" dur="600" fill="hold">
                <p:stCondLst>
                  <p:cond delay="1000"/>
                </p:stCondLst>
                <p:childTnLst>
                  <p:animEffect transition="fade" dir="in">
                    <p:cBhvr>
                      <p:cTn id="1012" dur="600" fill="hold"/>
                      <p:tgtEl>
                        <p:spTgt spid="12"/>
                      </p:tgtEl>
                    </p:cBhvr>
                  </p:animEffect>
                </p:childTnLst>
              </p:cTn>
            </p:para>
            <p:para>
              <p:cTn id="13" dur="500" fill="hold">
                <p:stCondLst>
                  <p:cond delay="1100"/>
                </p:stCondLst>
                <p:childTnLst>
                  <p:animEffect transition="fly" dir="in" prChc="t">
                    <p:cBhvr>
                      <p:cTn id="1013" dur="500" fill="hold"/>
                      <p:tgtEl>
                        <p:spTgt spid="13"/>
                      </p:tgtEl>
                    </p:cBhvr>
                  </p:animEffect>
                </p:childTnLst>
              </p:cTn>
            </p:para>
            <p:para>
              <p:cTn id="14" dur="500" fill="hold">
                <p:stCondLst>
                  <p:cond delay="1200"/>
                </p:stCondLst>
                <p:childTnLst>
                  <p:animEffect transition="fly" dir="in" prChc="b">
                    <p:cBhvr>
                      <p:cTn id="1014" dur="500" fill="hold"/>
                      <p:tgtEl>
                        <p:spTgt spid="14"/>
                      </p:tgtEl>
                    </p:cBhvr>
                  </p:animEffect>
                </p:childTnLst>
              </p:cTn>
            </p:para>
            <p:para>
              <p:cTn id="15" dur="500" fill="hold">
                <p:stCondLst>
                  <p:cond delay="1300"/>
                </p:stCondLst>
                <p:childTnLst>
                  <p:animEffect transition="zoom" dir="in">
                    <p:cBhvr>
                      <p:cTn id="1015" dur="500" fill="hold"/>
                      <p:tgtEl>
                        <p:spTgt spid="15"/>
                      </p:tgtEl>
                    </p:cBhvr>
                  </p:animEffect>
                </p:childTnLst>
              </p:cTn>
            </p:para>
            <p:para>
              <p:cTn id="16" dur="500" fill="hold">
                <p:stCondLst>
                  <p:cond delay="1400"/>
                </p:stCondLst>
                <p:childTnLst>
                  <p:animEffect transition="fade" dir="in">
                    <p:cBhvr>
                      <p:cTn id="1016" dur="500" fill="hold"/>
                      <p:tgtEl>
                        <p:spTgt spid="16"/>
                      </p:tgtEl>
                    </p:cBhvr>
                  </p:animEffect>
                </p:childTnLst>
              </p:cTn>
            </p:para>
            <p:para>
              <p:cTn id="17" dur="500" fill="hold">
                <p:stCondLst>
                  <p:cond delay="1500"/>
                </p:stCondLst>
                <p:childTnLst>
                  <p:animEffect transition="fly" dir="in" prChc="l">
                    <p:cBhvr>
                      <p:cTn id="1017" dur="500" fill="hold"/>
                      <p:tgtEl>
                        <p:spTgt spid="17"/>
                      </p:tgtEl>
                    </p:cBhvr>
                  </p:animEffect>
                </p:childTnLst>
              </p:cTn>
            </p:para>
            <p:para>
              <p:cTn id="18" dur="500" fill="hold">
                <p:stCondLst>
                  <p:cond delay="1600"/>
                </p:stCondLst>
                <p:childTnLst>
                  <p:animEffect transition="fly" dir="in" prChc="r">
                    <p:cBhvr>
                      <p:cTn id="1018" dur="500" fill="hold"/>
                      <p:tgtEl>
                        <p:spTgt spid="18"/>
                      </p:tgtEl>
                    </p:cBhvr>
                  </p:animEffect>
                </p:childTnLst>
              </p:cTn>
            </p:para>
            <p:para>
              <p:cTn id="19" dur="600" fill="hold">
                <p:stCondLst>
                  <p:cond delay="1700"/>
                </p:stCondLst>
                <p:childTnLst>
                  <p:animEffect transition="fade" dir="in">
                    <p:cBhvr>
                      <p:cTn id="1019" dur="600" fill="hold"/>
                      <p:tgtEl>
                        <p:spTgt spid="19"/>
                      </p:tgtEl>
                    </p:cBhvr>
                  </p:animEffect>
                </p:childTnLst>
              </p:cTn>
            </p:para>
            <p:para>
              <p:cTn id="20" dur="500" fill="hold">
                <p:stCondLst>
                  <p:cond delay="1800"/>
                </p:stCondLst>
                <p:childTnLst>
                  <p:animEffect transition="fly" dir="in" prChc="t">
                    <p:cBhvr>
                      <p:cTn id="1020" dur="500" fill="hold"/>
                      <p:tgtEl>
                        <p:spTgt spid="20"/>
                      </p:tgtEl>
                    </p:cBhvr>
                  </p:animEffect>
                </p:childTnLst>
              </p:cTn>
            </p:para>
            <p:para>
              <p:cTn id="21" dur="500" fill="hold">
                <p:stCondLst>
                  <p:cond delay="1900"/>
                </p:stCondLst>
                <p:childTnLst>
                  <p:animEffect transition="fly" dir="in" prChc="b">
                    <p:cBhvr>
                      <p:cTn id="1021" dur="500" fill="hold"/>
                      <p:tgtEl>
                        <p:spTgt spid="21"/>
                      </p:tgtEl>
                    </p:cBhvr>
                  </p:animEffect>
                </p:childTnLst>
              </p:cTn>
            </p:para>
            <p:para>
              <p:cTn id="22" dur="500" fill="hold">
                <p:stCondLst>
                  <p:cond delay="2000"/>
                </p:stCondLst>
                <p:childTnLst>
                  <p:animEffect transition="zoom" dir="in">
                    <p:cBhvr>
                      <p:cTn id="1022" dur="500" fill="hold"/>
                      <p:tgtEl>
                        <p:spTgt spid="22"/>
                      </p:tgtEl>
                    </p:cBhvr>
                  </p:animEffect>
                </p:childTnLst>
              </p:cTn>
            </p:para>
            <p:para>
              <p:cTn id="23" dur="500" fill="hold">
                <p:stCondLst>
                  <p:cond delay="2100"/>
                </p:stCondLst>
                <p:childTnLst>
                  <p:animEffect transition="fade" dir="in">
                    <p:cBhvr>
                      <p:cTn id="1023" dur="500" fill="hold"/>
                      <p:tgtEl>
                        <p:spTgt spid="23"/>
                      </p:tgtEl>
                    </p:cBhvr>
                  </p:animEffect>
                </p:childTnLst>
              </p:cTn>
            </p:para>
            <p:para>
              <p:cTn id="24" dur="500" fill="hold">
                <p:stCondLst>
                  <p:cond delay="2200"/>
                </p:stCondLst>
                <p:childTnLst>
                  <p:animEffect transition="fly" dir="in" prChc="l">
                    <p:cBhvr>
                      <p:cTn id="1024" dur="500" fill="hold"/>
                      <p:tgtEl>
                        <p:spTgt spid="24"/>
                      </p:tgtEl>
                    </p:cBhvr>
                  </p:animEffect>
                </p:childTnLst>
              </p:cTn>
            </p:para>
            <p:para>
              <p:cTn id="25" dur="500" fill="hold">
                <p:stCondLst>
                  <p:cond delay="2300"/>
                </p:stCondLst>
                <p:childTnLst>
                  <p:animEffect transition="fly" dir="in" prChc="r">
                    <p:cBhvr>
                      <p:cTn id="1025" dur="500" fill="hold"/>
                      <p:tgtEl>
                        <p:spTgt spid="25"/>
                      </p:tgtEl>
                    </p:cBhvr>
                  </p:animEffect>
                </p:childTnLst>
              </p:cTn>
            </p:para>
            <p:para>
              <p:cTn id="26" dur="600" fill="hold">
                <p:stCondLst>
                  <p:cond delay="2400"/>
                </p:stCondLst>
                <p:childTnLst>
                  <p:animEffect transition="fade" dir="in">
                    <p:cBhvr>
                      <p:cTn id="1026" dur="600" fill="hold"/>
                      <p:tgtEl>
                        <p:spTgt spid="26"/>
                      </p:tgtEl>
                    </p:cBhvr>
                  </p:animEffect>
                </p:childTnLst>
              </p:cTn>
            </p:para>
            <p:para>
              <p:cTn id="27" dur="500" fill="hold">
                <p:stCondLst>
                  <p:cond delay="2500"/>
                </p:stCondLst>
                <p:childTnLst>
                  <p:animEffect transition="fly" dir="in" prChc="t">
                    <p:cBhvr>
                      <p:cTn id="1027" dur="500" fill="hold"/>
                      <p:tgtEl>
                        <p:spTgt spid="27"/>
                      </p:tgtEl>
                    </p:cBhvr>
                  </p:animEffect>
                </p:childTnLst>
              </p:cTn>
            </p:para>
            <p:para>
              <p:cTn id="28" dur="500" fill="hold">
                <p:stCondLst>
                  <p:cond delay="2600"/>
                </p:stCondLst>
                <p:childTnLst>
                  <p:animEffect transition="fly" dir="in" prChc="b">
                    <p:cBhvr>
                      <p:cTn id="1028" dur="500" fill="hold"/>
                      <p:tgtEl>
                        <p:spTgt spid="28"/>
                      </p:tgtEl>
                    </p:cBhvr>
                  </p:animEffect>
                </p:childTnLst>
              </p:cTn>
            </p:para>
            <p:para>
              <p:cTn id="29" dur="500" fill="hold">
                <p:stCondLst>
                  <p:cond delay="2700"/>
                </p:stCondLst>
                <p:childTnLst>
                  <p:animEffect transition="zoom" dir="in">
                    <p:cBhvr>
                      <p:cTn id="1029" dur="500" fill="hold"/>
                      <p:tgtEl>
                        <p:spTgt spid="29"/>
                      </p:tgtEl>
                    </p:cBhvr>
                  </p:animEffect>
                </p:childTnLst>
              </p:cTn>
            </p:para>
            <p:para>
              <p:cTn id="30" dur="500" fill="hold">
                <p:stCondLst>
                  <p:cond delay="2800"/>
                </p:stCondLst>
                <p:childTnLst>
                  <p:animEffect transition="fade" dir="in">
                    <p:cBhvr>
                      <p:cTn id="1030" dur="500" fill="hold"/>
                      <p:tgtEl>
                        <p:spTgt spid="30"/>
                      </p:tgtEl>
                    </p:cBhvr>
                  </p:animEffect>
                </p:childTnLst>
              </p:cTn>
            </p:para>
            <p:para>
              <p:cTn id="31" dur="500" fill="hold">
                <p:stCondLst>
                  <p:cond delay="2900"/>
                </p:stCondLst>
                <p:childTnLst>
                  <p:animEffect transition="fly" dir="in" prChc="l">
                    <p:cBhvr>
                      <p:cTn id="1031" dur="500" fill="hold"/>
                      <p:tgtEl>
                        <p:spTgt spid="31"/>
                      </p:tgtEl>
                    </p:cBhvr>
                  </p:animEffect>
                </p:childTnLst>
              </p:cTn>
            </p:para>
            <p:para>
              <p:cTn id="32" dur="500" fill="hold">
                <p:stCondLst>
                  <p:cond delay="3000"/>
                </p:stCondLst>
                <p:childTnLst>
                  <p:animEffect transition="fly" dir="in" prChc="r">
                    <p:cBhvr>
                      <p:cTn id="1032" dur="500" fill="hold"/>
                      <p:tgtEl>
                        <p:spTgt spid="32"/>
                      </p:tgtEl>
                    </p:cBhvr>
                  </p:animEffect>
                </p:childTnLst>
              </p:cTn>
            </p:para>
            <p:para>
              <p:cTn id="33" dur="600" fill="hold">
                <p:stCondLst>
                  <p:cond delay="3100"/>
                </p:stCondLst>
                <p:childTnLst>
                  <p:animEffect transition="fade" dir="in">
                    <p:cBhvr>
                      <p:cTn id="1033" dur="600" fill="hold"/>
                      <p:tgtEl>
                        <p:spTgt spid="33"/>
                      </p:tgtEl>
                    </p:cBhvr>
                  </p:animEffect>
                </p:childTnLst>
              </p:cTn>
            </p:para>
            <p:para>
              <p:cTn id="34" dur="500" fill="hold">
                <p:stCondLst>
                  <p:cond delay="3200"/>
                </p:stCondLst>
                <p:childTnLst>
                  <p:animEffect transition="fly" dir="in" prChc="t">
                    <p:cBhvr>
                      <p:cTn id="1034" dur="500" fill="hold"/>
                      <p:tgtEl>
                        <p:spTgt spid="34"/>
                      </p:tgtEl>
                    </p:cBhvr>
                  </p:animEffect>
                </p:childTnLst>
              </p:cTn>
            </p:para>
            <p:para>
              <p:cTn id="35" dur="500" fill="hold">
                <p:stCondLst>
                  <p:cond delay="3300"/>
                </p:stCondLst>
                <p:childTnLst>
                  <p:animEffect transition="fly" dir="in" prChc="b">
                    <p:cBhvr>
                      <p:cTn id="1035" dur="500" fill="hold"/>
                      <p:tgtEl>
                        <p:spTgt spid="35"/>
                      </p:tgtEl>
                    </p:cBhvr>
                  </p:animEffect>
                </p:childTnLst>
              </p:cTn>
            </p:para>
            <p:para>
              <p:cTn id="36" dur="500" fill="hold">
                <p:stCondLst>
                  <p:cond delay="3400"/>
                </p:stCondLst>
                <p:childTnLst>
                  <p:animEffect transition="zoom" dir="in">
                    <p:cBhvr>
                      <p:cTn id="1036" dur="500" fill="hold"/>
                      <p:tgtEl>
                        <p:spTgt spid="36"/>
                      </p:tgtEl>
                    </p:cBhvr>
                  </p:animEffect>
                </p:childTnLst>
              </p:cTn>
            </p:para>
            <p:para>
              <p:cTn id="37" dur="500" fill="hold">
                <p:stCondLst>
                  <p:cond delay="3500"/>
                </p:stCondLst>
                <p:childTnLst>
                  <p:animEffect transition="fade" dir="in">
                    <p:cBhvr>
                      <p:cTn id="1037" dur="500" fill="hold"/>
                      <p:tgtEl>
                        <p:spTgt spid="37"/>
                      </p:tgtEl>
                    </p:cBhvr>
                  </p:animEffect>
                </p:childTnLst>
              </p:cTn>
            </p:para>
          </p:childTnLst>
        </p:cTn>
      </p:para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2743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0" cy="2743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37160"/>
            <a:ext cx="2743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137160"/>
            <a:ext cx="0" cy="2743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006340"/>
            <a:ext cx="2743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5006340"/>
            <a:ext cx="0" cy="-2743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5006340"/>
            <a:ext cx="2743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5006340"/>
            <a:ext cx="0" cy="-27432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 // TIMELINE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 KERJA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1828800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57784" y="1965960"/>
            <a:ext cx="27432" cy="914400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Cladhist Utama Karya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&amp; System Support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103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2025 - Sekarang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Database Audit, Digital Archive System, Efficient Procurement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57784" y="3063240"/>
            <a:ext cx="27432" cy="914400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Sembilan Dua Delapan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Administration Specialist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200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2024 - 2025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7432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Zero-Error Documentation, DO System Optimization, Export-Import Flow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023360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Tujuh Tunas Satu Samudera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IT Operations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297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2023 - Sekarang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Workflow Migration, 99% Data Accuracy, Internal IT Support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  <p:transition spd="med" advClick="1" type="push" dur="600" dir="l"/>
  <p:timing>
    <p:tnLst>
      <p:para>
        <p:cTn id="1" dur="indefinite" fill="hold">
          <p:childTnLst>
            <p:para>
              <p:cTn id="2" dur="500" fill="hold">
                <p:stCondLst>
                  <p:cond delay="0"/>
                </p:stCondLst>
                <p:childTnLst>
                  <p:animEffect transition="fade" dir="in">
                    <p:cBhvr>
                      <p:cTn id="1002" dur="500" fill="hold"/>
                      <p:tgtEl>
                        <p:spTgt spid="2"/>
                      </p:tgtEl>
                    </p:cBhvr>
                  </p:animEffect>
                </p:childTnLst>
              </p:cTn>
            </p:para>
            <p:para>
              <p:cTn id="3" dur="500" fill="hold">
                <p:stCondLst>
                  <p:cond delay="100"/>
                </p:stCondLst>
                <p:childTnLst>
                  <p:animEffect transition="fly" dir="in" prChc="l">
                    <p:cBhvr>
                      <p:cTn id="1003" dur="500" fill="hold"/>
                      <p:tgtEl>
                        <p:spTgt spid="3"/>
                      </p:tgtEl>
                    </p:cBhvr>
                  </p:animEffect>
                </p:childTnLst>
              </p:cTn>
            </p:para>
            <p:para>
              <p:cTn id="4" dur="500" fill="hold">
                <p:stCondLst>
                  <p:cond delay="200"/>
                </p:stCondLst>
                <p:childTnLst>
                  <p:animEffect transition="fly" dir="in" prChc="r">
                    <p:cBhvr>
                      <p:cTn id="1004" dur="500" fill="hold"/>
                      <p:tgtEl>
                        <p:spTgt spid="4"/>
                      </p:tgtEl>
                    </p:cBhvr>
                  </p:animEffect>
                </p:childTnLst>
              </p:cTn>
            </p:para>
            <p:para>
              <p:cTn id="5" dur="600" fill="hold">
                <p:stCondLst>
                  <p:cond delay="300"/>
                </p:stCondLst>
                <p:childTnLst>
                  <p:animEffect transition="fade" dir="in">
                    <p:cBhvr>
                      <p:cTn id="1005" dur="600" fill="hold"/>
                      <p:tgtEl>
                        <p:spTgt spid="5"/>
                      </p:tgtEl>
                    </p:cBhvr>
                  </p:animEffect>
                </p:childTnLst>
              </p:cTn>
            </p:para>
            <p:para>
              <p:cTn id="6" dur="500" fill="hold">
                <p:stCondLst>
                  <p:cond delay="400"/>
                </p:stCondLst>
                <p:childTnLst>
                  <p:animEffect transition="fly" dir="in" prChc="t">
                    <p:cBhvr>
                      <p:cTn id="1006" dur="500" fill="hold"/>
                      <p:tgtEl>
                        <p:spTgt spid="6"/>
                      </p:tgtEl>
                    </p:cBhvr>
                  </p:animEffect>
                </p:childTnLst>
              </p:cTn>
            </p:para>
            <p:para>
              <p:cTn id="7" dur="500" fill="hold">
                <p:stCondLst>
                  <p:cond delay="500"/>
                </p:stCondLst>
                <p:childTnLst>
                  <p:animEffect transition="fly" dir="in" prChc="b">
                    <p:cBhvr>
                      <p:cTn id="1007" dur="500" fill="hold"/>
                      <p:tgtEl>
                        <p:spTgt spid="7"/>
                      </p:tgtEl>
                    </p:cBhvr>
                  </p:animEffect>
                </p:childTnLst>
              </p:cTn>
            </p:para>
            <p:para>
              <p:cTn id="8" dur="500" fill="hold">
                <p:stCondLst>
                  <p:cond delay="600"/>
                </p:stCondLst>
                <p:childTnLst>
                  <p:animEffect transition="zoom" dir="in">
                    <p:cBhvr>
                      <p:cTn id="1008" dur="500" fill="hold"/>
                      <p:tgtEl>
                        <p:spTgt spid="8"/>
                      </p:tgtEl>
                    </p:cBhvr>
                  </p:animEffect>
                </p:childTnLst>
              </p:cTn>
            </p:para>
            <p:para>
              <p:cTn id="9" dur="500" fill="hold">
                <p:stCondLst>
                  <p:cond delay="700"/>
                </p:stCondLst>
                <p:childTnLst>
                  <p:animEffect transition="fade" dir="in">
                    <p:cBhvr>
                      <p:cTn id="1009" dur="500" fill="hold"/>
                      <p:tgtEl>
                        <p:spTgt spid="9"/>
                      </p:tgtEl>
                    </p:cBhvr>
                  </p:animEffect>
                </p:childTnLst>
              </p:cTn>
            </p:para>
            <p:para>
              <p:cTn id="10" dur="500" fill="hold">
                <p:stCondLst>
                  <p:cond delay="800"/>
                </p:stCondLst>
                <p:childTnLst>
                  <p:animEffect transition="fly" dir="in" prChc="l">
                    <p:cBhvr>
                      <p:cTn id="1010" dur="500" fill="hold"/>
                      <p:tgtEl>
                        <p:spTgt spid="10"/>
                      </p:tgtEl>
                    </p:cBhvr>
                  </p:animEffect>
                </p:childTnLst>
              </p:cTn>
            </p:para>
            <p:para>
              <p:cTn id="11" dur="500" fill="hold">
                <p:stCondLst>
                  <p:cond delay="900"/>
                </p:stCondLst>
                <p:childTnLst>
                  <p:animEffect transition="fly" dir="in" prChc="r">
                    <p:cBhvr>
                      <p:cTn id="1011" dur="500" fill="hold"/>
                      <p:tgtEl>
                        <p:spTgt spid="11"/>
                      </p:tgtEl>
                    </p:cBhvr>
                  </p:animEffect>
                </p:childTnLst>
              </p:cTn>
            </p:para>
            <p:para>
              <p:cTn id="12" dur="600" fill="hold">
                <p:stCondLst>
                  <p:cond delay="1000"/>
                </p:stCondLst>
                <p:childTnLst>
                  <p:animEffect transition="fade" dir="in">
                    <p:cBhvr>
                      <p:cTn id="1012" dur="600" fill="hold"/>
                      <p:tgtEl>
                        <p:spTgt spid="12"/>
                      </p:tgtEl>
                    </p:cBhvr>
                  </p:animEffect>
                </p:childTnLst>
              </p:cTn>
            </p:para>
            <p:para>
              <p:cTn id="13" dur="500" fill="hold">
                <p:stCondLst>
                  <p:cond delay="1100"/>
                </p:stCondLst>
                <p:childTnLst>
                  <p:animEffect transition="fly" dir="in" prChc="t">
                    <p:cBhvr>
                      <p:cTn id="1013" dur="500" fill="hold"/>
                      <p:tgtEl>
                        <p:spTgt spid="13"/>
                      </p:tgtEl>
                    </p:cBhvr>
                  </p:animEffect>
                </p:childTnLst>
              </p:cTn>
            </p:para>
            <p:para>
              <p:cTn id="14" dur="500" fill="hold">
                <p:stCondLst>
                  <p:cond delay="1200"/>
                </p:stCondLst>
                <p:childTnLst>
                  <p:animEffect transition="fly" dir="in" prChc="b">
                    <p:cBhvr>
                      <p:cTn id="1014" dur="500" fill="hold"/>
                      <p:tgtEl>
                        <p:spTgt spid="14"/>
                      </p:tgtEl>
                    </p:cBhvr>
                  </p:animEffect>
                </p:childTnLst>
              </p:cTn>
            </p:para>
            <p:para>
              <p:cTn id="15" dur="500" fill="hold">
                <p:stCondLst>
                  <p:cond delay="1300"/>
                </p:stCondLst>
                <p:childTnLst>
                  <p:animEffect transition="zoom" dir="in">
                    <p:cBhvr>
                      <p:cTn id="1015" dur="500" fill="hold"/>
                      <p:tgtEl>
                        <p:spTgt spid="15"/>
                      </p:tgtEl>
                    </p:cBhvr>
                  </p:animEffect>
                </p:childTnLst>
              </p:cTn>
            </p:para>
            <p:para>
              <p:cTn id="16" dur="500" fill="hold">
                <p:stCondLst>
                  <p:cond delay="1400"/>
                </p:stCondLst>
                <p:childTnLst>
                  <p:animEffect transition="fade" dir="in">
                    <p:cBhvr>
                      <p:cTn id="1016" dur="500" fill="hold"/>
                      <p:tgtEl>
                        <p:spTgt spid="16"/>
                      </p:tgtEl>
                    </p:cBhvr>
                  </p:animEffect>
                </p:childTnLst>
              </p:cTn>
            </p:para>
            <p:para>
              <p:cTn id="17" dur="500" fill="hold">
                <p:stCondLst>
                  <p:cond delay="1500"/>
                </p:stCondLst>
                <p:childTnLst>
                  <p:animEffect transition="fly" dir="in" prChc="l">
                    <p:cBhvr>
                      <p:cTn id="1017" dur="500" fill="hold"/>
                      <p:tgtEl>
                        <p:spTgt spid="17"/>
                      </p:tgtEl>
                    </p:cBhvr>
                  </p:animEffect>
                </p:childTnLst>
              </p:cTn>
            </p:para>
            <p:para>
              <p:cTn id="18" dur="500" fill="hold">
                <p:stCondLst>
                  <p:cond delay="1600"/>
                </p:stCondLst>
                <p:childTnLst>
                  <p:animEffect transition="fly" dir="in" prChc="r">
                    <p:cBhvr>
                      <p:cTn id="1018" dur="500" fill="hold"/>
                      <p:tgtEl>
                        <p:spTgt spid="18"/>
                      </p:tgtEl>
                    </p:cBhvr>
                  </p:animEffect>
                </p:childTnLst>
              </p:cTn>
            </p:para>
            <p:para>
              <p:cTn id="19" dur="600" fill="hold">
                <p:stCondLst>
                  <p:cond delay="1700"/>
                </p:stCondLst>
                <p:childTnLst>
                  <p:animEffect transition="fade" dir="in">
                    <p:cBhvr>
                      <p:cTn id="1019" dur="600" fill="hold"/>
                      <p:tgtEl>
                        <p:spTgt spid="19"/>
                      </p:tgtEl>
                    </p:cBhvr>
                  </p:animEffect>
                </p:childTnLst>
              </p:cTn>
            </p:para>
            <p:para>
              <p:cTn id="20" dur="500" fill="hold">
                <p:stCondLst>
                  <p:cond delay="1800"/>
                </p:stCondLst>
                <p:childTnLst>
                  <p:animEffect transition="fly" dir="in" prChc="t">
                    <p:cBhvr>
                      <p:cTn id="1020" dur="500" fill="hold"/>
                      <p:tgtEl>
                        <p:spTgt spid="20"/>
                      </p:tgtEl>
                    </p:cBhvr>
                  </p:animEffect>
                </p:childTnLst>
              </p:cTn>
            </p:para>
            <p:para>
              <p:cTn id="21" dur="500" fill="hold">
                <p:stCondLst>
                  <p:cond delay="1900"/>
                </p:stCondLst>
                <p:childTnLst>
                  <p:animEffect transition="fly" dir="in" prChc="b">
                    <p:cBhvr>
                      <p:cTn id="1021" dur="500" fill="hold"/>
                      <p:tgtEl>
                        <p:spTgt spid="21"/>
                      </p:tgtEl>
                    </p:cBhvr>
                  </p:animEffect>
                </p:childTnLst>
              </p:cTn>
            </p:para>
            <p:para>
              <p:cTn id="22" dur="500" fill="hold">
                <p:stCondLst>
                  <p:cond delay="2000"/>
                </p:stCondLst>
                <p:childTnLst>
                  <p:animEffect transition="zoom" dir="in">
                    <p:cBhvr>
                      <p:cTn id="1022" dur="500" fill="hold"/>
                      <p:tgtEl>
                        <p:spTgt spid="22"/>
                      </p:tgtEl>
                    </p:cBhvr>
                  </p:animEffect>
                </p:childTnLst>
              </p:cTn>
            </p:para>
            <p:para>
              <p:cTn id="23" dur="500" fill="hold">
                <p:stCondLst>
                  <p:cond delay="2100"/>
                </p:stCondLst>
                <p:childTnLst>
                  <p:animEffect transition="fade" dir="in">
                    <p:cBhvr>
                      <p:cTn id="1023" dur="500" fill="hold"/>
                      <p:tgtEl>
                        <p:spTgt spid="23"/>
                      </p:tgtEl>
                    </p:cBhvr>
                  </p:animEffect>
                </p:childTnLst>
              </p:cTn>
            </p:para>
            <p:para>
              <p:cTn id="24" dur="500" fill="hold">
                <p:stCondLst>
                  <p:cond delay="2200"/>
                </p:stCondLst>
                <p:childTnLst>
                  <p:animEffect transition="fly" dir="in" prChc="l">
                    <p:cBhvr>
                      <p:cTn id="1024" dur="500" fill="hold"/>
                      <p:tgtEl>
                        <p:spTgt spid="24"/>
                      </p:tgtEl>
                    </p:cBhvr>
                  </p:animEffect>
                </p:childTnLst>
              </p:cTn>
            </p:para>
            <p:para>
              <p:cTn id="25" dur="500" fill="hold">
                <p:stCondLst>
                  <p:cond delay="2300"/>
                </p:stCondLst>
                <p:childTnLst>
                  <p:animEffect transition="fly" dir="in" prChc="r">
                    <p:cBhvr>
                      <p:cTn id="1025" dur="500" fill="hold"/>
                      <p:tgtEl>
                        <p:spTgt spid="25"/>
                      </p:tgtEl>
                    </p:cBhvr>
                  </p:animEffect>
                </p:childTnLst>
              </p:cTn>
            </p:para>
            <p:para>
              <p:cTn id="26" dur="600" fill="hold">
                <p:stCondLst>
                  <p:cond delay="2400"/>
                </p:stCondLst>
                <p:childTnLst>
                  <p:animEffect transition="fade" dir="in">
                    <p:cBhvr>
                      <p:cTn id="1026" dur="600" fill="hold"/>
                      <p:tgtEl>
                        <p:spTgt spid="26"/>
                      </p:tgtEl>
                    </p:cBhvr>
                  </p:animEffect>
                </p:childTnLst>
              </p:cTn>
            </p:para>
            <p:para>
              <p:cTn id="27" dur="500" fill="hold">
                <p:stCondLst>
                  <p:cond delay="2500"/>
                </p:stCondLst>
                <p:childTnLst>
                  <p:animEffect transition="fly" dir="in" prChc="t">
                    <p:cBhvr>
                      <p:cTn id="1027" dur="500" fill="hold"/>
                      <p:tgtEl>
                        <p:spTgt spid="27"/>
                      </p:tgtEl>
                    </p:cBhvr>
                  </p:animEffect>
                </p:childTnLst>
              </p:cTn>
            </p:para>
            <p:para>
              <p:cTn id="28" dur="500" fill="hold">
                <p:stCondLst>
                  <p:cond delay="2600"/>
                </p:stCondLst>
                <p:childTnLst>
                  <p:animEffect transition="fly" dir="in" prChc="b">
                    <p:cBhvr>
                      <p:cTn id="1028" dur="500" fill="hold"/>
                      <p:tgtEl>
                        <p:spTgt spid="28"/>
                      </p:tgtEl>
                    </p:cBhvr>
                  </p:animEffect>
                </p:childTnLst>
              </p:cTn>
            </p:para>
            <p:para>
              <p:cTn id="29" dur="500" fill="hold">
                <p:stCondLst>
                  <p:cond delay="2700"/>
                </p:stCondLst>
                <p:childTnLst>
                  <p:animEffect transition="zoom" dir="in">
                    <p:cBhvr>
                      <p:cTn id="1029" dur="500" fill="hold"/>
                      <p:tgtEl>
                        <p:spTgt spid="29"/>
                      </p:tgtEl>
                    </p:cBhvr>
                  </p:animEffect>
                </p:childTnLst>
              </p:cTn>
            </p:para>
            <p:para>
              <p:cTn id="30" dur="500" fill="hold">
                <p:stCondLst>
                  <p:cond delay="2800"/>
                </p:stCondLst>
                <p:childTnLst>
                  <p:animEffect transition="fade" dir="in">
                    <p:cBhvr>
                      <p:cTn id="1030" dur="500" fill="hold"/>
                      <p:tgtEl>
                        <p:spTgt spid="30"/>
                      </p:tgtEl>
                    </p:cBhvr>
                  </p:animEffect>
                </p:childTnLst>
              </p:cTn>
            </p:para>
          </p:childTnLst>
        </p:cTn>
      </p:para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2743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37160"/>
            <a:ext cx="2743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137160"/>
            <a:ext cx="0" cy="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006340"/>
            <a:ext cx="2743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5006340"/>
            <a:ext cx="0" cy="-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5006340"/>
            <a:ext cx="27432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5006340"/>
            <a:ext cx="0" cy="-27432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 // SERVICES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146304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463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Bakrie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1691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Informatika // 2024 - Sekarang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Design, Fullstack Dev, Database Design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423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17 Agustus 1945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26517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Rekayasa Perangkat Lunak // 2021 - 2024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2880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Basics, Software Logic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54880" y="914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3840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1463040"/>
            <a:ext cx="457200" cy="64008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4630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49240" y="15087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Web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49240" y="1755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responsif, sistem informasi, fullstack development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2240280"/>
            <a:ext cx="3840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2240280"/>
            <a:ext cx="457200" cy="640080"/>
          </a:xfrm>
          <a:prstGeom prst="rect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2240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22860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Integritas Data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2532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management, dokumentasi, akurasi 100%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3017520"/>
            <a:ext cx="3840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3017520"/>
            <a:ext cx="457200" cy="640080"/>
          </a:xfrm>
          <a:prstGeom prst="rect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0175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49240" y="3063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Infra-Support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49240" y="3310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support, hardware maintenance, system diagnostics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3794760"/>
            <a:ext cx="3840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4754880" y="3794760"/>
            <a:ext cx="45720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37947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49240" y="3840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Alur Kerja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4087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workflow, procurement logic, automation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  <p:transition spd="med" advClick="1" type="split" dur="600" dir="horz"/>
  <p:timing>
    <p:tnLst>
      <p:para>
        <p:cTn id="1" dur="indefinite" fill="hold">
          <p:childTnLst>
            <p:para>
              <p:cTn id="2" dur="500" fill="hold">
                <p:stCondLst>
                  <p:cond delay="0"/>
                </p:stCondLst>
                <p:childTnLst>
                  <p:animEffect transition="fade" dir="in">
                    <p:cBhvr>
                      <p:cTn id="1002" dur="500" fill="hold"/>
                      <p:tgtEl>
                        <p:spTgt spid="2"/>
                      </p:tgtEl>
                    </p:cBhvr>
                  </p:animEffect>
                </p:childTnLst>
              </p:cTn>
            </p:para>
            <p:para>
              <p:cTn id="3" dur="500" fill="hold">
                <p:stCondLst>
                  <p:cond delay="100"/>
                </p:stCondLst>
                <p:childTnLst>
                  <p:animEffect transition="fly" dir="in" prChc="l">
                    <p:cBhvr>
                      <p:cTn id="1003" dur="500" fill="hold"/>
                      <p:tgtEl>
                        <p:spTgt spid="3"/>
                      </p:tgtEl>
                    </p:cBhvr>
                  </p:animEffect>
                </p:childTnLst>
              </p:cTn>
            </p:para>
            <p:para>
              <p:cTn id="4" dur="500" fill="hold">
                <p:stCondLst>
                  <p:cond delay="200"/>
                </p:stCondLst>
                <p:childTnLst>
                  <p:animEffect transition="fly" dir="in" prChc="r">
                    <p:cBhvr>
                      <p:cTn id="1004" dur="500" fill="hold"/>
                      <p:tgtEl>
                        <p:spTgt spid="4"/>
                      </p:tgtEl>
                    </p:cBhvr>
                  </p:animEffect>
                </p:childTnLst>
              </p:cTn>
            </p:para>
            <p:para>
              <p:cTn id="5" dur="600" fill="hold">
                <p:stCondLst>
                  <p:cond delay="300"/>
                </p:stCondLst>
                <p:childTnLst>
                  <p:animEffect transition="fade" dir="in">
                    <p:cBhvr>
                      <p:cTn id="1005" dur="600" fill="hold"/>
                      <p:tgtEl>
                        <p:spTgt spid="5"/>
                      </p:tgtEl>
                    </p:cBhvr>
                  </p:animEffect>
                </p:childTnLst>
              </p:cTn>
            </p:para>
            <p:para>
              <p:cTn id="6" dur="500" fill="hold">
                <p:stCondLst>
                  <p:cond delay="400"/>
                </p:stCondLst>
                <p:childTnLst>
                  <p:animEffect transition="fly" dir="in" prChc="t">
                    <p:cBhvr>
                      <p:cTn id="1006" dur="500" fill="hold"/>
                      <p:tgtEl>
                        <p:spTgt spid="6"/>
                      </p:tgtEl>
                    </p:cBhvr>
                  </p:animEffect>
                </p:childTnLst>
              </p:cTn>
            </p:para>
            <p:para>
              <p:cTn id="7" dur="500" fill="hold">
                <p:stCondLst>
                  <p:cond delay="500"/>
                </p:stCondLst>
                <p:childTnLst>
                  <p:animEffect transition="fly" dir="in" prChc="b">
                    <p:cBhvr>
                      <p:cTn id="1007" dur="500" fill="hold"/>
                      <p:tgtEl>
                        <p:spTgt spid="7"/>
                      </p:tgtEl>
                    </p:cBhvr>
                  </p:animEffect>
                </p:childTnLst>
              </p:cTn>
            </p:para>
            <p:para>
              <p:cTn id="8" dur="500" fill="hold">
                <p:stCondLst>
                  <p:cond delay="600"/>
                </p:stCondLst>
                <p:childTnLst>
                  <p:animEffect transition="zoom" dir="in">
                    <p:cBhvr>
                      <p:cTn id="1008" dur="500" fill="hold"/>
                      <p:tgtEl>
                        <p:spTgt spid="8"/>
                      </p:tgtEl>
                    </p:cBhvr>
                  </p:animEffect>
                </p:childTnLst>
              </p:cTn>
            </p:para>
            <p:para>
              <p:cTn id="9" dur="500" fill="hold">
                <p:stCondLst>
                  <p:cond delay="700"/>
                </p:stCondLst>
                <p:childTnLst>
                  <p:animEffect transition="fade" dir="in">
                    <p:cBhvr>
                      <p:cTn id="1009" dur="500" fill="hold"/>
                      <p:tgtEl>
                        <p:spTgt spid="9"/>
                      </p:tgtEl>
                    </p:cBhvr>
                  </p:animEffect>
                </p:childTnLst>
              </p:cTn>
            </p:para>
            <p:para>
              <p:cTn id="10" dur="500" fill="hold">
                <p:stCondLst>
                  <p:cond delay="800"/>
                </p:stCondLst>
                <p:childTnLst>
                  <p:animEffect transition="fly" dir="in" prChc="l">
                    <p:cBhvr>
                      <p:cTn id="1010" dur="500" fill="hold"/>
                      <p:tgtEl>
                        <p:spTgt spid="10"/>
                      </p:tgtEl>
                    </p:cBhvr>
                  </p:animEffect>
                </p:childTnLst>
              </p:cTn>
            </p:para>
            <p:para>
              <p:cTn id="11" dur="500" fill="hold">
                <p:stCondLst>
                  <p:cond delay="900"/>
                </p:stCondLst>
                <p:childTnLst>
                  <p:animEffect transition="fly" dir="in" prChc="r">
                    <p:cBhvr>
                      <p:cTn id="1011" dur="500" fill="hold"/>
                      <p:tgtEl>
                        <p:spTgt spid="11"/>
                      </p:tgtEl>
                    </p:cBhvr>
                  </p:animEffect>
                </p:childTnLst>
              </p:cTn>
            </p:para>
            <p:para>
              <p:cTn id="12" dur="600" fill="hold">
                <p:stCondLst>
                  <p:cond delay="1000"/>
                </p:stCondLst>
                <p:childTnLst>
                  <p:animEffect transition="fade" dir="in">
                    <p:cBhvr>
                      <p:cTn id="1012" dur="600" fill="hold"/>
                      <p:tgtEl>
                        <p:spTgt spid="12"/>
                      </p:tgtEl>
                    </p:cBhvr>
                  </p:animEffect>
                </p:childTnLst>
              </p:cTn>
            </p:para>
            <p:para>
              <p:cTn id="13" dur="500" fill="hold">
                <p:stCondLst>
                  <p:cond delay="1100"/>
                </p:stCondLst>
                <p:childTnLst>
                  <p:animEffect transition="fly" dir="in" prChc="t">
                    <p:cBhvr>
                      <p:cTn id="1013" dur="500" fill="hold"/>
                      <p:tgtEl>
                        <p:spTgt spid="13"/>
                      </p:tgtEl>
                    </p:cBhvr>
                  </p:animEffect>
                </p:childTnLst>
              </p:cTn>
            </p:para>
            <p:para>
              <p:cTn id="14" dur="500" fill="hold">
                <p:stCondLst>
                  <p:cond delay="1200"/>
                </p:stCondLst>
                <p:childTnLst>
                  <p:animEffect transition="fly" dir="in" prChc="b">
                    <p:cBhvr>
                      <p:cTn id="1014" dur="500" fill="hold"/>
                      <p:tgtEl>
                        <p:spTgt spid="14"/>
                      </p:tgtEl>
                    </p:cBhvr>
                  </p:animEffect>
                </p:childTnLst>
              </p:cTn>
            </p:para>
            <p:para>
              <p:cTn id="15" dur="500" fill="hold">
                <p:stCondLst>
                  <p:cond delay="1300"/>
                </p:stCondLst>
                <p:childTnLst>
                  <p:animEffect transition="zoom" dir="in">
                    <p:cBhvr>
                      <p:cTn id="1015" dur="500" fill="hold"/>
                      <p:tgtEl>
                        <p:spTgt spid="15"/>
                      </p:tgtEl>
                    </p:cBhvr>
                  </p:animEffect>
                </p:childTnLst>
              </p:cTn>
            </p:para>
            <p:para>
              <p:cTn id="16" dur="500" fill="hold">
                <p:stCondLst>
                  <p:cond delay="1400"/>
                </p:stCondLst>
                <p:childTnLst>
                  <p:animEffect transition="fade" dir="in">
                    <p:cBhvr>
                      <p:cTn id="1016" dur="500" fill="hold"/>
                      <p:tgtEl>
                        <p:spTgt spid="16"/>
                      </p:tgtEl>
                    </p:cBhvr>
                  </p:animEffect>
                </p:childTnLst>
              </p:cTn>
            </p:para>
            <p:para>
              <p:cTn id="17" dur="500" fill="hold">
                <p:stCondLst>
                  <p:cond delay="1500"/>
                </p:stCondLst>
                <p:childTnLst>
                  <p:animEffect transition="fly" dir="in" prChc="l">
                    <p:cBhvr>
                      <p:cTn id="1017" dur="500" fill="hold"/>
                      <p:tgtEl>
                        <p:spTgt spid="17"/>
                      </p:tgtEl>
                    </p:cBhvr>
                  </p:animEffect>
                </p:childTnLst>
              </p:cTn>
            </p:para>
            <p:para>
              <p:cTn id="18" dur="500" fill="hold">
                <p:stCondLst>
                  <p:cond delay="1600"/>
                </p:stCondLst>
                <p:childTnLst>
                  <p:animEffect transition="fly" dir="in" prChc="r">
                    <p:cBhvr>
                      <p:cTn id="1018" dur="500" fill="hold"/>
                      <p:tgtEl>
                        <p:spTgt spid="18"/>
                      </p:tgtEl>
                    </p:cBhvr>
                  </p:animEffect>
                </p:childTnLst>
              </p:cTn>
            </p:para>
            <p:para>
              <p:cTn id="19" dur="600" fill="hold">
                <p:stCondLst>
                  <p:cond delay="1700"/>
                </p:stCondLst>
                <p:childTnLst>
                  <p:animEffect transition="fade" dir="in">
                    <p:cBhvr>
                      <p:cTn id="1019" dur="600" fill="hold"/>
                      <p:tgtEl>
                        <p:spTgt spid="19"/>
                      </p:tgtEl>
                    </p:cBhvr>
                  </p:animEffect>
                </p:childTnLst>
              </p:cTn>
            </p:para>
            <p:para>
              <p:cTn id="20" dur="500" fill="hold">
                <p:stCondLst>
                  <p:cond delay="1800"/>
                </p:stCondLst>
                <p:childTnLst>
                  <p:animEffect transition="fly" dir="in" prChc="t">
                    <p:cBhvr>
                      <p:cTn id="1020" dur="500" fill="hold"/>
                      <p:tgtEl>
                        <p:spTgt spid="20"/>
                      </p:tgtEl>
                    </p:cBhvr>
                  </p:animEffect>
                </p:childTnLst>
              </p:cTn>
            </p:para>
            <p:para>
              <p:cTn id="21" dur="500" fill="hold">
                <p:stCondLst>
                  <p:cond delay="1900"/>
                </p:stCondLst>
                <p:childTnLst>
                  <p:animEffect transition="fly" dir="in" prChc="b">
                    <p:cBhvr>
                      <p:cTn id="1021" dur="500" fill="hold"/>
                      <p:tgtEl>
                        <p:spTgt spid="21"/>
                      </p:tgtEl>
                    </p:cBhvr>
                  </p:animEffect>
                </p:childTnLst>
              </p:cTn>
            </p:para>
            <p:para>
              <p:cTn id="22" dur="500" fill="hold">
                <p:stCondLst>
                  <p:cond delay="2000"/>
                </p:stCondLst>
                <p:childTnLst>
                  <p:animEffect transition="zoom" dir="in">
                    <p:cBhvr>
                      <p:cTn id="1022" dur="500" fill="hold"/>
                      <p:tgtEl>
                        <p:spTgt spid="22"/>
                      </p:tgtEl>
                    </p:cBhvr>
                  </p:animEffect>
                </p:childTnLst>
              </p:cTn>
            </p:para>
            <p:para>
              <p:cTn id="23" dur="500" fill="hold">
                <p:stCondLst>
                  <p:cond delay="2100"/>
                </p:stCondLst>
                <p:childTnLst>
                  <p:animEffect transition="fade" dir="in">
                    <p:cBhvr>
                      <p:cTn id="1023" dur="500" fill="hold"/>
                      <p:tgtEl>
                        <p:spTgt spid="23"/>
                      </p:tgtEl>
                    </p:cBhvr>
                  </p:animEffect>
                </p:childTnLst>
              </p:cTn>
            </p:para>
            <p:para>
              <p:cTn id="24" dur="500" fill="hold">
                <p:stCondLst>
                  <p:cond delay="2200"/>
                </p:stCondLst>
                <p:childTnLst>
                  <p:animEffect transition="fly" dir="in" prChc="l">
                    <p:cBhvr>
                      <p:cTn id="1024" dur="500" fill="hold"/>
                      <p:tgtEl>
                        <p:spTgt spid="24"/>
                      </p:tgtEl>
                    </p:cBhvr>
                  </p:animEffect>
                </p:childTnLst>
              </p:cTn>
            </p:para>
            <p:para>
              <p:cTn id="25" dur="500" fill="hold">
                <p:stCondLst>
                  <p:cond delay="2300"/>
                </p:stCondLst>
                <p:childTnLst>
                  <p:animEffect transition="fly" dir="in" prChc="r">
                    <p:cBhvr>
                      <p:cTn id="1025" dur="500" fill="hold"/>
                      <p:tgtEl>
                        <p:spTgt spid="25"/>
                      </p:tgtEl>
                    </p:cBhvr>
                  </p:animEffect>
                </p:childTnLst>
              </p:cTn>
            </p:para>
            <p:para>
              <p:cTn id="26" dur="600" fill="hold">
                <p:stCondLst>
                  <p:cond delay="2400"/>
                </p:stCondLst>
                <p:childTnLst>
                  <p:animEffect transition="fade" dir="in">
                    <p:cBhvr>
                      <p:cTn id="1026" dur="600" fill="hold"/>
                      <p:tgtEl>
                        <p:spTgt spid="26"/>
                      </p:tgtEl>
                    </p:cBhvr>
                  </p:animEffect>
                </p:childTnLst>
              </p:cTn>
            </p:para>
            <p:para>
              <p:cTn id="27" dur="500" fill="hold">
                <p:stCondLst>
                  <p:cond delay="2500"/>
                </p:stCondLst>
                <p:childTnLst>
                  <p:animEffect transition="fly" dir="in" prChc="t">
                    <p:cBhvr>
                      <p:cTn id="1027" dur="500" fill="hold"/>
                      <p:tgtEl>
                        <p:spTgt spid="27"/>
                      </p:tgtEl>
                    </p:cBhvr>
                  </p:animEffect>
                </p:childTnLst>
              </p:cTn>
            </p:para>
            <p:para>
              <p:cTn id="28" dur="500" fill="hold">
                <p:stCondLst>
                  <p:cond delay="2600"/>
                </p:stCondLst>
                <p:childTnLst>
                  <p:animEffect transition="fly" dir="in" prChc="b">
                    <p:cBhvr>
                      <p:cTn id="1028" dur="500" fill="hold"/>
                      <p:tgtEl>
                        <p:spTgt spid="28"/>
                      </p:tgtEl>
                    </p:cBhvr>
                  </p:animEffect>
                </p:childTnLst>
              </p:cTn>
            </p:para>
            <p:para>
              <p:cTn id="29" dur="500" fill="hold">
                <p:stCondLst>
                  <p:cond delay="2700"/>
                </p:stCondLst>
                <p:childTnLst>
                  <p:animEffect transition="zoom" dir="in">
                    <p:cBhvr>
                      <p:cTn id="1029" dur="500" fill="hold"/>
                      <p:tgtEl>
                        <p:spTgt spid="29"/>
                      </p:tgtEl>
                    </p:cBhvr>
                  </p:animEffect>
                </p:childTnLst>
              </p:cTn>
            </p:para>
            <p:para>
              <p:cTn id="30" dur="500" fill="hold">
                <p:stCondLst>
                  <p:cond delay="2800"/>
                </p:stCondLst>
                <p:childTnLst>
                  <p:animEffect transition="fade" dir="in">
                    <p:cBhvr>
                      <p:cTn id="1030" dur="500" fill="hold"/>
                      <p:tgtEl>
                        <p:spTgt spid="30"/>
                      </p:tgtEl>
                    </p:cBhvr>
                  </p:animEffect>
                </p:childTnLst>
              </p:cTn>
            </p:para>
            <p:para>
              <p:cTn id="31" dur="500" fill="hold">
                <p:stCondLst>
                  <p:cond delay="2900"/>
                </p:stCondLst>
                <p:childTnLst>
                  <p:animEffect transition="fly" dir="in" prChc="l">
                    <p:cBhvr>
                      <p:cTn id="1031" dur="500" fill="hold"/>
                      <p:tgtEl>
                        <p:spTgt spid="31"/>
                      </p:tgtEl>
                    </p:cBhvr>
                  </p:animEffect>
                </p:childTnLst>
              </p:cTn>
            </p:para>
            <p:para>
              <p:cTn id="32" dur="500" fill="hold">
                <p:stCondLst>
                  <p:cond delay="3000"/>
                </p:stCondLst>
                <p:childTnLst>
                  <p:animEffect transition="fly" dir="in" prChc="r">
                    <p:cBhvr>
                      <p:cTn id="1032" dur="500" fill="hold"/>
                      <p:tgtEl>
                        <p:spTgt spid="32"/>
                      </p:tgtEl>
                    </p:cBhvr>
                  </p:animEffect>
                </p:childTnLst>
              </p:cTn>
            </p:para>
            <p:para>
              <p:cTn id="33" dur="600" fill="hold">
                <p:stCondLst>
                  <p:cond delay="3100"/>
                </p:stCondLst>
                <p:childTnLst>
                  <p:animEffect transition="fade" dir="in">
                    <p:cBhvr>
                      <p:cTn id="1033" dur="600" fill="hold"/>
                      <p:tgtEl>
                        <p:spTgt spid="33"/>
                      </p:tgtEl>
                    </p:cBhvr>
                  </p:animEffect>
                </p:childTnLst>
              </p:cTn>
            </p:para>
            <p:para>
              <p:cTn id="34" dur="500" fill="hold">
                <p:stCondLst>
                  <p:cond delay="3200"/>
                </p:stCondLst>
                <p:childTnLst>
                  <p:animEffect transition="fly" dir="in" prChc="t">
                    <p:cBhvr>
                      <p:cTn id="1034" dur="500" fill="hold"/>
                      <p:tgtEl>
                        <p:spTgt spid="34"/>
                      </p:tgtEl>
                    </p:cBhvr>
                  </p:animEffect>
                </p:childTnLst>
              </p:cTn>
            </p:para>
            <p:para>
              <p:cTn id="35" dur="500" fill="hold">
                <p:stCondLst>
                  <p:cond delay="3300"/>
                </p:stCondLst>
                <p:childTnLst>
                  <p:animEffect transition="fly" dir="in" prChc="b">
                    <p:cBhvr>
                      <p:cTn id="1035" dur="500" fill="hold"/>
                      <p:tgtEl>
                        <p:spTgt spid="35"/>
                      </p:tgtEl>
                    </p:cBhvr>
                  </p:animEffect>
                </p:childTnLst>
              </p:cTn>
            </p:para>
            <p:para>
              <p:cTn id="36" dur="500" fill="hold">
                <p:stCondLst>
                  <p:cond delay="3400"/>
                </p:stCondLst>
                <p:childTnLst>
                  <p:animEffect transition="zoom" dir="in">
                    <p:cBhvr>
                      <p:cTn id="1036" dur="500" fill="hold"/>
                      <p:tgtEl>
                        <p:spTgt spid="36"/>
                      </p:tgtEl>
                    </p:cBhvr>
                  </p:animEffect>
                </p:childTnLst>
              </p:cTn>
            </p:para>
            <p:para>
              <p:cTn id="37" dur="500" fill="hold">
                <p:stCondLst>
                  <p:cond delay="3500"/>
                </p:stCondLst>
                <p:childTnLst>
                  <p:animEffect transition="fade" dir="in">
                    <p:cBhvr>
                      <p:cTn id="1037" dur="500" fill="hold"/>
                      <p:tgtEl>
                        <p:spTgt spid="37"/>
                      </p:tgtEl>
                    </p:cBhvr>
                  </p:animEffect>
                </p:childTnLst>
              </p:cTn>
            </p:para>
            <p:para>
              <p:cTn id="38" dur="500" fill="hold">
                <p:stCondLst>
                  <p:cond delay="3600"/>
                </p:stCondLst>
                <p:childTnLst>
                  <p:animEffect transition="fly" dir="in" prChc="l">
                    <p:cBhvr>
                      <p:cTn id="1038" dur="500" fill="hold"/>
                      <p:tgtEl>
                        <p:spTgt spid="38"/>
                      </p:tgtEl>
                    </p:cBhvr>
                  </p:animEffect>
                </p:childTnLst>
              </p:cTn>
            </p:para>
            <p:para>
              <p:cTn id="39" dur="500" fill="hold">
                <p:stCondLst>
                  <p:cond delay="3700"/>
                </p:stCondLst>
                <p:childTnLst>
                  <p:animEffect transition="fly" dir="in" prChc="r">
                    <p:cBhvr>
                      <p:cTn id="1039" dur="500" fill="hold"/>
                      <p:tgtEl>
                        <p:spTgt spid="39"/>
                      </p:tgtEl>
                    </p:cBhvr>
                  </p:animEffect>
                </p:childTnLst>
              </p:cTn>
            </p:para>
            <p:para>
              <p:cTn id="40" dur="600" fill="hold">
                <p:stCondLst>
                  <p:cond delay="3800"/>
                </p:stCondLst>
                <p:childTnLst>
                  <p:animEffect transition="fade" dir="in">
                    <p:cBhvr>
                      <p:cTn id="1040" dur="600" fill="hold"/>
                      <p:tgtEl>
                        <p:spTgt spid="40"/>
                      </p:tgtEl>
                    </p:cBhvr>
                  </p:animEffect>
                </p:childTnLst>
              </p:cTn>
            </p:para>
            <p:para>
              <p:cTn id="41" dur="500" fill="hold">
                <p:stCondLst>
                  <p:cond delay="3900"/>
                </p:stCondLst>
                <p:childTnLst>
                  <p:animEffect transition="fly" dir="in" prChc="t">
                    <p:cBhvr>
                      <p:cTn id="1041" dur="500" fill="hold"/>
                      <p:tgtEl>
                        <p:spTgt spid="41"/>
                      </p:tgtEl>
                    </p:cBhvr>
                  </p:animEffect>
                </p:childTnLst>
              </p:cTn>
            </p:para>
            <p:para>
              <p:cTn id="42" dur="500" fill="hold">
                <p:stCondLst>
                  <p:cond delay="4000"/>
                </p:stCondLst>
                <p:childTnLst>
                  <p:animEffect transition="fly" dir="in" prChc="b">
                    <p:cBhvr>
                      <p:cTn id="1042" dur="500" fill="hold"/>
                      <p:tgtEl>
                        <p:spTgt spid="42"/>
                      </p:tgtEl>
                    </p:cBhvr>
                  </p:animEffect>
                </p:childTnLst>
              </p:cTn>
            </p:para>
          </p:childTnLst>
        </p:cTn>
      </p:para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3716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3716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13716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500634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5006340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5006340"/>
            <a:ext cx="27432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06840" y="5006340"/>
            <a:ext cx="0" cy="-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 // SESSION_END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777240"/>
            <a:ext cx="8046720" cy="0"/>
          </a:xfrm>
          <a:prstGeom prst="line">
            <a:avLst/>
          </a:prstGeom>
          <a:noFill/>
          <a:ln w="635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TERHUBUNG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ekosistem digital Anda bersama saya.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320040" cy="320040"/>
          </a:xfrm>
          <a:prstGeom prst="ellipse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057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1560" y="21762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dewagibran0@gmail.com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320040" cy="320040"/>
          </a:xfrm>
          <a:prstGeom prst="ellipse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2468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" y="26334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+62 881-0250-20924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320040" cy="320040"/>
          </a:xfrm>
          <a:prstGeom prst="ellipse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51560" y="29260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1560" y="3090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/in/dewa-gibran-393b253b2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320040" cy="320040"/>
          </a:xfrm>
          <a:prstGeom prst="ellipse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{}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" y="3383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51560" y="3547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/dewagibran0-oss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320040" cy="320040"/>
          </a:xfrm>
          <a:prstGeom prst="ellipse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" y="3840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INSTAGRAM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51560" y="4005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@dwaagbrnn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2011680"/>
            <a:ext cx="365760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0" y="2011680"/>
            <a:ext cx="36576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COLLABORATE?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212080" y="3017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 saat ini terbuka untuk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proyek baru dan kolaborasi.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 diskusikan ide Anda!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12080" y="3840480"/>
            <a:ext cx="22860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521208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dewagibran0@gmail.com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892040"/>
            <a:ext cx="804672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SYS: PORTFOLIO_v2.0.4 // NODE: ACTIVE // LOC: JAKARTA, IDN // BUILD: 2026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  <p:transition spd="med" advClick="1" type="fade" dur="1200"/>
  <p:timing>
    <p:tnLst>
      <p:para>
        <p:cTn id="1" dur="indefinite" fill="hold">
          <p:childTnLst>
            <p:para>
              <p:cTn id="2" dur="500" fill="hold">
                <p:stCondLst>
                  <p:cond delay="0"/>
                </p:stCondLst>
                <p:childTnLst>
                  <p:animEffect transition="fade" dir="in">
                    <p:cBhvr>
                      <p:cTn id="1002" dur="500" fill="hold"/>
                      <p:tgtEl>
                        <p:spTgt spid="2"/>
                      </p:tgtEl>
                    </p:cBhvr>
                  </p:animEffect>
                </p:childTnLst>
              </p:cTn>
            </p:para>
            <p:para>
              <p:cTn id="3" dur="500" fill="hold">
                <p:stCondLst>
                  <p:cond delay="100"/>
                </p:stCondLst>
                <p:childTnLst>
                  <p:animEffect transition="fly" dir="in" prChc="l">
                    <p:cBhvr>
                      <p:cTn id="1003" dur="500" fill="hold"/>
                      <p:tgtEl>
                        <p:spTgt spid="3"/>
                      </p:tgtEl>
                    </p:cBhvr>
                  </p:animEffect>
                </p:childTnLst>
              </p:cTn>
            </p:para>
            <p:para>
              <p:cTn id="4" dur="500" fill="hold">
                <p:stCondLst>
                  <p:cond delay="200"/>
                </p:stCondLst>
                <p:childTnLst>
                  <p:animEffect transition="fly" dir="in" prChc="r">
                    <p:cBhvr>
                      <p:cTn id="1004" dur="500" fill="hold"/>
                      <p:tgtEl>
                        <p:spTgt spid="4"/>
                      </p:tgtEl>
                    </p:cBhvr>
                  </p:animEffect>
                </p:childTnLst>
              </p:cTn>
            </p:para>
            <p:para>
              <p:cTn id="5" dur="600" fill="hold">
                <p:stCondLst>
                  <p:cond delay="300"/>
                </p:stCondLst>
                <p:childTnLst>
                  <p:animEffect transition="fade" dir="in">
                    <p:cBhvr>
                      <p:cTn id="1005" dur="600" fill="hold"/>
                      <p:tgtEl>
                        <p:spTgt spid="5"/>
                      </p:tgtEl>
                    </p:cBhvr>
                  </p:animEffect>
                </p:childTnLst>
              </p:cTn>
            </p:para>
            <p:para>
              <p:cTn id="6" dur="500" fill="hold">
                <p:stCondLst>
                  <p:cond delay="400"/>
                </p:stCondLst>
                <p:childTnLst>
                  <p:animEffect transition="fly" dir="in" prChc="t">
                    <p:cBhvr>
                      <p:cTn id="1006" dur="500" fill="hold"/>
                      <p:tgtEl>
                        <p:spTgt spid="6"/>
                      </p:tgtEl>
                    </p:cBhvr>
                  </p:animEffect>
                </p:childTnLst>
              </p:cTn>
            </p:para>
            <p:para>
              <p:cTn id="7" dur="500" fill="hold">
                <p:stCondLst>
                  <p:cond delay="500"/>
                </p:stCondLst>
                <p:childTnLst>
                  <p:animEffect transition="fly" dir="in" prChc="b">
                    <p:cBhvr>
                      <p:cTn id="1007" dur="500" fill="hold"/>
                      <p:tgtEl>
                        <p:spTgt spid="7"/>
                      </p:tgtEl>
                    </p:cBhvr>
                  </p:animEffect>
                </p:childTnLst>
              </p:cTn>
            </p:para>
            <p:para>
              <p:cTn id="8" dur="500" fill="hold">
                <p:stCondLst>
                  <p:cond delay="600"/>
                </p:stCondLst>
                <p:childTnLst>
                  <p:animEffect transition="zoom" dir="in">
                    <p:cBhvr>
                      <p:cTn id="1008" dur="500" fill="hold"/>
                      <p:tgtEl>
                        <p:spTgt spid="8"/>
                      </p:tgtEl>
                    </p:cBhvr>
                  </p:animEffect>
                </p:childTnLst>
              </p:cTn>
            </p:para>
            <p:para>
              <p:cTn id="9" dur="500" fill="hold">
                <p:stCondLst>
                  <p:cond delay="700"/>
                </p:stCondLst>
                <p:childTnLst>
                  <p:animEffect transition="fade" dir="in">
                    <p:cBhvr>
                      <p:cTn id="1009" dur="500" fill="hold"/>
                      <p:tgtEl>
                        <p:spTgt spid="9"/>
                      </p:tgtEl>
                    </p:cBhvr>
                  </p:animEffect>
                </p:childTnLst>
              </p:cTn>
            </p:para>
            <p:para>
              <p:cTn id="10" dur="500" fill="hold">
                <p:stCondLst>
                  <p:cond delay="800"/>
                </p:stCondLst>
                <p:childTnLst>
                  <p:animEffect transition="fly" dir="in" prChc="l">
                    <p:cBhvr>
                      <p:cTn id="1010" dur="500" fill="hold"/>
                      <p:tgtEl>
                        <p:spTgt spid="10"/>
                      </p:tgtEl>
                    </p:cBhvr>
                  </p:animEffect>
                </p:childTnLst>
              </p:cTn>
            </p:para>
            <p:para>
              <p:cTn id="11" dur="500" fill="hold">
                <p:stCondLst>
                  <p:cond delay="900"/>
                </p:stCondLst>
                <p:childTnLst>
                  <p:animEffect transition="fly" dir="in" prChc="r">
                    <p:cBhvr>
                      <p:cTn id="1011" dur="500" fill="hold"/>
                      <p:tgtEl>
                        <p:spTgt spid="11"/>
                      </p:tgtEl>
                    </p:cBhvr>
                  </p:animEffect>
                </p:childTnLst>
              </p:cTn>
            </p:para>
            <p:para>
              <p:cTn id="12" dur="600" fill="hold">
                <p:stCondLst>
                  <p:cond delay="1000"/>
                </p:stCondLst>
                <p:childTnLst>
                  <p:animEffect transition="fade" dir="in">
                    <p:cBhvr>
                      <p:cTn id="1012" dur="600" fill="hold"/>
                      <p:tgtEl>
                        <p:spTgt spid="12"/>
                      </p:tgtEl>
                    </p:cBhvr>
                  </p:animEffect>
                </p:childTnLst>
              </p:cTn>
            </p:para>
            <p:para>
              <p:cTn id="13" dur="500" fill="hold">
                <p:stCondLst>
                  <p:cond delay="1100"/>
                </p:stCondLst>
                <p:childTnLst>
                  <p:animEffect transition="fly" dir="in" prChc="t">
                    <p:cBhvr>
                      <p:cTn id="1013" dur="500" fill="hold"/>
                      <p:tgtEl>
                        <p:spTgt spid="13"/>
                      </p:tgtEl>
                    </p:cBhvr>
                  </p:animEffect>
                </p:childTnLst>
              </p:cTn>
            </p:para>
            <p:para>
              <p:cTn id="14" dur="500" fill="hold">
                <p:stCondLst>
                  <p:cond delay="1200"/>
                </p:stCondLst>
                <p:childTnLst>
                  <p:animEffect transition="fly" dir="in" prChc="b">
                    <p:cBhvr>
                      <p:cTn id="1014" dur="500" fill="hold"/>
                      <p:tgtEl>
                        <p:spTgt spid="14"/>
                      </p:tgtEl>
                    </p:cBhvr>
                  </p:animEffect>
                </p:childTnLst>
              </p:cTn>
            </p:para>
            <p:para>
              <p:cTn id="15" dur="500" fill="hold">
                <p:stCondLst>
                  <p:cond delay="1300"/>
                </p:stCondLst>
                <p:childTnLst>
                  <p:animEffect transition="zoom" dir="in">
                    <p:cBhvr>
                      <p:cTn id="1015" dur="500" fill="hold"/>
                      <p:tgtEl>
                        <p:spTgt spid="15"/>
                      </p:tgtEl>
                    </p:cBhvr>
                  </p:animEffect>
                </p:childTnLst>
              </p:cTn>
            </p:para>
            <p:para>
              <p:cTn id="16" dur="500" fill="hold">
                <p:stCondLst>
                  <p:cond delay="1400"/>
                </p:stCondLst>
                <p:childTnLst>
                  <p:animEffect transition="fade" dir="in">
                    <p:cBhvr>
                      <p:cTn id="1016" dur="500" fill="hold"/>
                      <p:tgtEl>
                        <p:spTgt spid="16"/>
                      </p:tgtEl>
                    </p:cBhvr>
                  </p:animEffect>
                </p:childTnLst>
              </p:cTn>
            </p:para>
            <p:para>
              <p:cTn id="17" dur="500" fill="hold">
                <p:stCondLst>
                  <p:cond delay="1500"/>
                </p:stCondLst>
                <p:childTnLst>
                  <p:animEffect transition="fly" dir="in" prChc="l">
                    <p:cBhvr>
                      <p:cTn id="1017" dur="500" fill="hold"/>
                      <p:tgtEl>
                        <p:spTgt spid="17"/>
                      </p:tgtEl>
                    </p:cBhvr>
                  </p:animEffect>
                </p:childTnLst>
              </p:cTn>
            </p:para>
            <p:para>
              <p:cTn id="18" dur="500" fill="hold">
                <p:stCondLst>
                  <p:cond delay="1600"/>
                </p:stCondLst>
                <p:childTnLst>
                  <p:animEffect transition="fly" dir="in" prChc="r">
                    <p:cBhvr>
                      <p:cTn id="1018" dur="500" fill="hold"/>
                      <p:tgtEl>
                        <p:spTgt spid="18"/>
                      </p:tgtEl>
                    </p:cBhvr>
                  </p:animEffect>
                </p:childTnLst>
              </p:cTn>
            </p:para>
            <p:para>
              <p:cTn id="19" dur="600" fill="hold">
                <p:stCondLst>
                  <p:cond delay="1700"/>
                </p:stCondLst>
                <p:childTnLst>
                  <p:animEffect transition="fade" dir="in">
                    <p:cBhvr>
                      <p:cTn id="1019" dur="600" fill="hold"/>
                      <p:tgtEl>
                        <p:spTgt spid="19"/>
                      </p:tgtEl>
                    </p:cBhvr>
                  </p:animEffect>
                </p:childTnLst>
              </p:cTn>
            </p:para>
            <p:para>
              <p:cTn id="20" dur="500" fill="hold">
                <p:stCondLst>
                  <p:cond delay="1800"/>
                </p:stCondLst>
                <p:childTnLst>
                  <p:animEffect transition="fly" dir="in" prChc="t">
                    <p:cBhvr>
                      <p:cTn id="1020" dur="500" fill="hold"/>
                      <p:tgtEl>
                        <p:spTgt spid="20"/>
                      </p:tgtEl>
                    </p:cBhvr>
                  </p:animEffect>
                </p:childTnLst>
              </p:cTn>
            </p:para>
            <p:para>
              <p:cTn id="21" dur="500" fill="hold">
                <p:stCondLst>
                  <p:cond delay="1900"/>
                </p:stCondLst>
                <p:childTnLst>
                  <p:animEffect transition="fly" dir="in" prChc="b">
                    <p:cBhvr>
                      <p:cTn id="1021" dur="500" fill="hold"/>
                      <p:tgtEl>
                        <p:spTgt spid="21"/>
                      </p:tgtEl>
                    </p:cBhvr>
                  </p:animEffect>
                </p:childTnLst>
              </p:cTn>
            </p:para>
            <p:para>
              <p:cTn id="22" dur="500" fill="hold">
                <p:stCondLst>
                  <p:cond delay="2000"/>
                </p:stCondLst>
                <p:childTnLst>
                  <p:animEffect transition="zoom" dir="in">
                    <p:cBhvr>
                      <p:cTn id="1022" dur="500" fill="hold"/>
                      <p:tgtEl>
                        <p:spTgt spid="22"/>
                      </p:tgtEl>
                    </p:cBhvr>
                  </p:animEffect>
                </p:childTnLst>
              </p:cTn>
            </p:para>
            <p:para>
              <p:cTn id="23" dur="500" fill="hold">
                <p:stCondLst>
                  <p:cond delay="2100"/>
                </p:stCondLst>
                <p:childTnLst>
                  <p:animEffect transition="fade" dir="in">
                    <p:cBhvr>
                      <p:cTn id="1023" dur="500" fill="hold"/>
                      <p:tgtEl>
                        <p:spTgt spid="23"/>
                      </p:tgtEl>
                    </p:cBhvr>
                  </p:animEffect>
                </p:childTnLst>
              </p:cTn>
            </p:para>
            <p:para>
              <p:cTn id="24" dur="500" fill="hold">
                <p:stCondLst>
                  <p:cond delay="2200"/>
                </p:stCondLst>
                <p:childTnLst>
                  <p:animEffect transition="fly" dir="in" prChc="l">
                    <p:cBhvr>
                      <p:cTn id="1024" dur="500" fill="hold"/>
                      <p:tgtEl>
                        <p:spTgt spid="24"/>
                      </p:tgtEl>
                    </p:cBhvr>
                  </p:animEffect>
                </p:childTnLst>
              </p:cTn>
            </p:para>
            <p:para>
              <p:cTn id="25" dur="500" fill="hold">
                <p:stCondLst>
                  <p:cond delay="2300"/>
                </p:stCondLst>
                <p:childTnLst>
                  <p:animEffect transition="fly" dir="in" prChc="r">
                    <p:cBhvr>
                      <p:cTn id="1025" dur="500" fill="hold"/>
                      <p:tgtEl>
                        <p:spTgt spid="25"/>
                      </p:tgtEl>
                    </p:cBhvr>
                  </p:animEffect>
                </p:childTnLst>
              </p:cTn>
            </p:para>
            <p:para>
              <p:cTn id="26" dur="600" fill="hold">
                <p:stCondLst>
                  <p:cond delay="2400"/>
                </p:stCondLst>
                <p:childTnLst>
                  <p:animEffect transition="fade" dir="in">
                    <p:cBhvr>
                      <p:cTn id="1026" dur="600" fill="hold"/>
                      <p:tgtEl>
                        <p:spTgt spid="26"/>
                      </p:tgtEl>
                    </p:cBhvr>
                  </p:animEffect>
                </p:childTnLst>
              </p:cTn>
            </p:para>
            <p:para>
              <p:cTn id="27" dur="500" fill="hold">
                <p:stCondLst>
                  <p:cond delay="2500"/>
                </p:stCondLst>
                <p:childTnLst>
                  <p:animEffect transition="fly" dir="in" prChc="t">
                    <p:cBhvr>
                      <p:cTn id="1027" dur="500" fill="hold"/>
                      <p:tgtEl>
                        <p:spTgt spid="27"/>
                      </p:tgtEl>
                    </p:cBhvr>
                  </p:animEffect>
                </p:childTnLst>
              </p:cTn>
            </p:para>
            <p:para>
              <p:cTn id="28" dur="500" fill="hold">
                <p:stCondLst>
                  <p:cond delay="2600"/>
                </p:stCondLst>
                <p:childTnLst>
                  <p:animEffect transition="fly" dir="in" prChc="b">
                    <p:cBhvr>
                      <p:cTn id="1028" dur="500" fill="hold"/>
                      <p:tgtEl>
                        <p:spTgt spid="28"/>
                      </p:tgtEl>
                    </p:cBhvr>
                  </p:animEffect>
                </p:childTnLst>
              </p:cTn>
            </p:para>
            <p:para>
              <p:cTn id="29" dur="500" fill="hold">
                <p:stCondLst>
                  <p:cond delay="2700"/>
                </p:stCondLst>
                <p:childTnLst>
                  <p:animEffect transition="zoom" dir="in">
                    <p:cBhvr>
                      <p:cTn id="1029" dur="500" fill="hold"/>
                      <p:tgtEl>
                        <p:spTgt spid="29"/>
                      </p:tgtEl>
                    </p:cBhvr>
                  </p:animEffect>
                </p:childTnLst>
              </p:cTn>
            </p:para>
            <p:para>
              <p:cTn id="30" dur="500" fill="hold">
                <p:stCondLst>
                  <p:cond delay="2800"/>
                </p:stCondLst>
                <p:childTnLst>
                  <p:animEffect transition="fade" dir="in">
                    <p:cBhvr>
                      <p:cTn id="1030" dur="500" fill="hold"/>
                      <p:tgtEl>
                        <p:spTgt spid="30"/>
                      </p:tgtEl>
                    </p:cBhvr>
                  </p:animEffect>
                </p:childTnLst>
              </p:cTn>
            </p:para>
            <p:para>
              <p:cTn id="31" dur="500" fill="hold">
                <p:stCondLst>
                  <p:cond delay="2900"/>
                </p:stCondLst>
                <p:childTnLst>
                  <p:animEffect transition="fly" dir="in" prChc="l">
                    <p:cBhvr>
                      <p:cTn id="1031" dur="500" fill="hold"/>
                      <p:tgtEl>
                        <p:spTgt spid="31"/>
                      </p:tgtEl>
                    </p:cBhvr>
                  </p:animEffect>
                </p:childTnLst>
              </p:cTn>
            </p:para>
            <p:para>
              <p:cTn id="32" dur="500" fill="hold">
                <p:stCondLst>
                  <p:cond delay="3000"/>
                </p:stCondLst>
                <p:childTnLst>
                  <p:animEffect transition="fly" dir="in" prChc="r">
                    <p:cBhvr>
                      <p:cTn id="1032" dur="500" fill="hold"/>
                      <p:tgtEl>
                        <p:spTgt spid="32"/>
                      </p:tgtEl>
                    </p:cBhvr>
                  </p:animEffect>
                </p:childTnLst>
              </p:cTn>
            </p:para>
            <p:para>
              <p:cTn id="33" dur="600" fill="hold">
                <p:stCondLst>
                  <p:cond delay="3100"/>
                </p:stCondLst>
                <p:childTnLst>
                  <p:animEffect transition="fade" dir="in">
                    <p:cBhvr>
                      <p:cTn id="1033" dur="600" fill="hold"/>
                      <p:tgtEl>
                        <p:spTgt spid="33"/>
                      </p:tgtEl>
                    </p:cBhvr>
                  </p:animEffect>
                </p:childTnLst>
              </p:cTn>
            </p:para>
            <p:para>
              <p:cTn id="34" dur="500" fill="hold">
                <p:stCondLst>
                  <p:cond delay="3200"/>
                </p:stCondLst>
                <p:childTnLst>
                  <p:animEffect transition="fly" dir="in" prChc="t">
                    <p:cBhvr>
                      <p:cTn id="1034" dur="500" fill="hold"/>
                      <p:tgtEl>
                        <p:spTgt spid="34"/>
                      </p:tgtEl>
                    </p:cBhvr>
                  </p:animEffect>
                </p:childTnLst>
              </p:cTn>
            </p:para>
            <p:para>
              <p:cTn id="35" dur="500" fill="hold">
                <p:stCondLst>
                  <p:cond delay="3300"/>
                </p:stCondLst>
                <p:childTnLst>
                  <p:animEffect transition="fly" dir="in" prChc="b">
                    <p:cBhvr>
                      <p:cTn id="1035" dur="500" fill="hold"/>
                      <p:tgtEl>
                        <p:spTgt spid="35"/>
                      </p:tgtEl>
                    </p:cBhvr>
                  </p:animEffect>
                </p:childTnLst>
              </p:cTn>
            </p:para>
            <p:para>
              <p:cTn id="36" dur="500" fill="hold">
                <p:stCondLst>
                  <p:cond delay="3400"/>
                </p:stCondLst>
                <p:childTnLst>
                  <p:animEffect transition="zoom" dir="in">
                    <p:cBhvr>
                      <p:cTn id="1036" dur="500" fill="hold"/>
                      <p:tgtEl>
                        <p:spTgt spid="36"/>
                      </p:tgtEl>
                    </p:cBhvr>
                  </p:animEffect>
                </p:childTnLst>
              </p:cTn>
            </p:para>
            <p:para>
              <p:cTn id="37" dur="500" fill="hold">
                <p:stCondLst>
                  <p:cond delay="3500"/>
                </p:stCondLst>
                <p:childTnLst>
                  <p:animEffect transition="fade" dir="in">
                    <p:cBhvr>
                      <p:cTn id="1037" dur="500" fill="hold"/>
                      <p:tgtEl>
                        <p:spTgt spid="37"/>
                      </p:tgtEl>
                    </p:cBhvr>
                  </p:animEffect>
                </p:childTnLst>
              </p:cTn>
            </p:para>
            <p:para>
              <p:cTn id="38" dur="500" fill="hold">
                <p:stCondLst>
                  <p:cond delay="3600"/>
                </p:stCondLst>
                <p:childTnLst>
                  <p:animEffect transition="fly" dir="in" prChc="l">
                    <p:cBhvr>
                      <p:cTn id="1038" dur="500" fill="hold"/>
                      <p:tgtEl>
                        <p:spTgt spid="38"/>
                      </p:tgtEl>
                    </p:cBhvr>
                  </p:animEffect>
                </p:childTnLst>
              </p:cTn>
            </p:para>
            <p:para>
              <p:cTn id="39" dur="500" fill="hold">
                <p:stCondLst>
                  <p:cond delay="3700"/>
                </p:stCondLst>
                <p:childTnLst>
                  <p:animEffect transition="fly" dir="in" prChc="r">
                    <p:cBhvr>
                      <p:cTn id="1039" dur="500" fill="hold"/>
                      <p:tgtEl>
                        <p:spTgt spid="39"/>
                      </p:tgtEl>
                    </p:cBhvr>
                  </p:animEffect>
                </p:childTnLst>
              </p:cTn>
            </p:para>
            <p:para>
              <p:cTn id="40" dur="600" fill="hold">
                <p:stCondLst>
                  <p:cond delay="3800"/>
                </p:stCondLst>
                <p:childTnLst>
                  <p:animEffect transition="fade" dir="in">
                    <p:cBhvr>
                      <p:cTn id="1040" dur="600" fill="hold"/>
                      <p:tgtEl>
                        <p:spTgt spid="40"/>
                      </p:tgtEl>
                    </p:cBhvr>
                  </p:animEffect>
                </p:childTnLst>
              </p:cTn>
            </p:para>
            <p:para>
              <p:cTn id="41" dur="500" fill="hold">
                <p:stCondLst>
                  <p:cond delay="3900"/>
                </p:stCondLst>
                <p:childTnLst>
                  <p:animEffect transition="fly" dir="in" prChc="t">
                    <p:cBhvr>
                      <p:cTn id="1041" dur="500" fill="hold"/>
                      <p:tgtEl>
                        <p:spTgt spid="41"/>
                      </p:tgtEl>
                    </p:cBhvr>
                  </p:animEffect>
                </p:childTnLst>
              </p:cTn>
            </p:para>
            <p:para>
              <p:cTn id="42" dur="500" fill="hold">
                <p:stCondLst>
                  <p:cond delay="4000"/>
                </p:stCondLst>
                <p:childTnLst>
                  <p:animEffect transition="fly" dir="in" prChc="b">
                    <p:cBhvr>
                      <p:cTn id="1042" dur="500" fill="hold"/>
                      <p:tgtEl>
                        <p:spTgt spid="42"/>
                      </p:tgtEl>
                    </p:cBhvr>
                  </p:animEffect>
                </p:childTnLst>
              </p:cTn>
            </p:para>
          </p:childTnLst>
        </p:cTn>
      </p:para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- Dewa Ahmad Gibran</dc:title>
  <dc:subject>PptxGenJS Presentation</dc:subject>
  <dc:creator>Dewa Ahmad Gibran</dc:creator>
  <cp:lastModifiedBy>Dewa Ahmad Gibran</cp:lastModifiedBy>
  <cp:revision>1</cp:revision>
  <dcterms:created xsi:type="dcterms:W3CDTF">2026-07-10T06:45:17Z</dcterms:created>
  <dcterms:modified xsi:type="dcterms:W3CDTF">2026-07-10T06:45:17Z</dcterms:modified>
</cp:coreProperties>
</file>